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5" r:id="rId4"/>
  </p:sldMasterIdLst>
  <p:notesMasterIdLst>
    <p:notesMasterId r:id="rId36"/>
  </p:notesMasterIdLst>
  <p:handoutMasterIdLst>
    <p:handoutMasterId r:id="rId37"/>
  </p:handoutMasterIdLst>
  <p:sldIdLst>
    <p:sldId id="260" r:id="rId5"/>
    <p:sldId id="261" r:id="rId6"/>
    <p:sldId id="263" r:id="rId7"/>
    <p:sldId id="293" r:id="rId8"/>
    <p:sldId id="267" r:id="rId9"/>
    <p:sldId id="297" r:id="rId10"/>
    <p:sldId id="298" r:id="rId11"/>
    <p:sldId id="271" r:id="rId12"/>
    <p:sldId id="299" r:id="rId13"/>
    <p:sldId id="300" r:id="rId14"/>
    <p:sldId id="301" r:id="rId15"/>
    <p:sldId id="302" r:id="rId16"/>
    <p:sldId id="276" r:id="rId17"/>
    <p:sldId id="277" r:id="rId18"/>
    <p:sldId id="303" r:id="rId19"/>
    <p:sldId id="279" r:id="rId20"/>
    <p:sldId id="280" r:id="rId21"/>
    <p:sldId id="281" r:id="rId22"/>
    <p:sldId id="282" r:id="rId23"/>
    <p:sldId id="304" r:id="rId24"/>
    <p:sldId id="284" r:id="rId25"/>
    <p:sldId id="307" r:id="rId26"/>
    <p:sldId id="308" r:id="rId27"/>
    <p:sldId id="286" r:id="rId28"/>
    <p:sldId id="287" r:id="rId29"/>
    <p:sldId id="288" r:id="rId30"/>
    <p:sldId id="305" r:id="rId31"/>
    <p:sldId id="306" r:id="rId32"/>
    <p:sldId id="289" r:id="rId33"/>
    <p:sldId id="290" r:id="rId34"/>
    <p:sldId id="292" r:id="rId3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0" Type="http://schemas.openxmlformats.org/officeDocument/2006/relationships/tableStyles" Target="tableStyles.xml"/><Relationship Id="rId4" Type="http://schemas.openxmlformats.org/officeDocument/2006/relationships/slideMaster" Target="slideMasters/slideMaster3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2770" y="1431824"/>
            <a:ext cx="6872756" cy="3865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35830" y="5512523"/>
            <a:ext cx="5886637" cy="451024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image" Target="../media/image2.png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image" Target="../media/image1.png"/><Relationship Id="rId2" Type="http://schemas.openxmlformats.org/officeDocument/2006/relationships/tags" Target="../tags/tag24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image" Target="../media/image2.png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image" Target="../media/image1.png"/><Relationship Id="rId2" Type="http://schemas.openxmlformats.org/officeDocument/2006/relationships/tags" Target="../tags/tag90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image" Target="NULL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8" Type="http://schemas.openxmlformats.org/officeDocument/2006/relationships/tags" Target="../tags/tag123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7" Type="http://schemas.openxmlformats.org/officeDocument/2006/relationships/tags" Target="../tags/tag148.xml"/><Relationship Id="rId16" Type="http://schemas.openxmlformats.org/officeDocument/2006/relationships/tags" Target="../tags/tag147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7" Type="http://schemas.openxmlformats.org/officeDocument/2006/relationships/tags" Target="../tags/tag164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1" Type="http://schemas.openxmlformats.org/officeDocument/2006/relationships/tags" Target="../tags/tag184.xml"/><Relationship Id="rId20" Type="http://schemas.openxmlformats.org/officeDocument/2006/relationships/tags" Target="../tags/tag183.xml"/><Relationship Id="rId2" Type="http://schemas.openxmlformats.org/officeDocument/2006/relationships/tags" Target="../tags/tag165.xml"/><Relationship Id="rId19" Type="http://schemas.openxmlformats.org/officeDocument/2006/relationships/tags" Target="../tags/tag182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tags" Target="../tags/tag17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92.xml"/><Relationship Id="rId8" Type="http://schemas.openxmlformats.org/officeDocument/2006/relationships/tags" Target="../tags/tag191.xml"/><Relationship Id="rId7" Type="http://schemas.openxmlformats.org/officeDocument/2006/relationships/tags" Target="../tags/tag190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tags" Target="../tags/tag186.xml"/><Relationship Id="rId2" Type="http://schemas.openxmlformats.org/officeDocument/2006/relationships/tags" Target="../tags/tag185.xml"/><Relationship Id="rId11" Type="http://schemas.openxmlformats.org/officeDocument/2006/relationships/tags" Target="../tags/tag194.xml"/><Relationship Id="rId10" Type="http://schemas.openxmlformats.org/officeDocument/2006/relationships/tags" Target="../tags/tag193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3" Type="http://schemas.openxmlformats.org/officeDocument/2006/relationships/tags" Target="../tags/tag206.xml"/><Relationship Id="rId12" Type="http://schemas.openxmlformats.org/officeDocument/2006/relationships/tags" Target="../tags/tag205.xml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14.xml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7" Type="http://schemas.openxmlformats.org/officeDocument/2006/relationships/tags" Target="../tags/tag222.xml"/><Relationship Id="rId16" Type="http://schemas.openxmlformats.org/officeDocument/2006/relationships/tags" Target="../tags/tag221.xml"/><Relationship Id="rId15" Type="http://schemas.openxmlformats.org/officeDocument/2006/relationships/tags" Target="../tags/tag220.xml"/><Relationship Id="rId14" Type="http://schemas.openxmlformats.org/officeDocument/2006/relationships/tags" Target="../tags/tag219.xml"/><Relationship Id="rId13" Type="http://schemas.openxmlformats.org/officeDocument/2006/relationships/tags" Target="../tags/tag218.xml"/><Relationship Id="rId12" Type="http://schemas.openxmlformats.org/officeDocument/2006/relationships/tags" Target="../tags/tag217.xml"/><Relationship Id="rId11" Type="http://schemas.openxmlformats.org/officeDocument/2006/relationships/tags" Target="../tags/tag216.xml"/><Relationship Id="rId10" Type="http://schemas.openxmlformats.org/officeDocument/2006/relationships/tags" Target="../tags/tag215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30.xml"/><Relationship Id="rId8" Type="http://schemas.openxmlformats.org/officeDocument/2006/relationships/tags" Target="../tags/tag229.xml"/><Relationship Id="rId7" Type="http://schemas.openxmlformats.org/officeDocument/2006/relationships/tags" Target="../tags/tag228.xml"/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3" Type="http://schemas.openxmlformats.org/officeDocument/2006/relationships/tags" Target="../tags/tag234.xml"/><Relationship Id="rId12" Type="http://schemas.openxmlformats.org/officeDocument/2006/relationships/tags" Target="../tags/tag233.xml"/><Relationship Id="rId11" Type="http://schemas.openxmlformats.org/officeDocument/2006/relationships/tags" Target="../tags/tag232.xml"/><Relationship Id="rId10" Type="http://schemas.openxmlformats.org/officeDocument/2006/relationships/tags" Target="../tags/tag231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tags" Target="../tags/tag241.xml"/><Relationship Id="rId7" Type="http://schemas.openxmlformats.org/officeDocument/2006/relationships/tags" Target="../tags/tag240.xml"/><Relationship Id="rId6" Type="http://schemas.openxmlformats.org/officeDocument/2006/relationships/tags" Target="../tags/tag239.xml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50.xml"/><Relationship Id="rId8" Type="http://schemas.openxmlformats.org/officeDocument/2006/relationships/tags" Target="../tags/tag249.xml"/><Relationship Id="rId7" Type="http://schemas.openxmlformats.org/officeDocument/2006/relationships/tags" Target="../tags/tag248.xml"/><Relationship Id="rId6" Type="http://schemas.openxmlformats.org/officeDocument/2006/relationships/tags" Target="../tags/tag247.xml"/><Relationship Id="rId5" Type="http://schemas.openxmlformats.org/officeDocument/2006/relationships/tags" Target="../tags/tag246.xml"/><Relationship Id="rId4" Type="http://schemas.openxmlformats.org/officeDocument/2006/relationships/tags" Target="../tags/tag245.xml"/><Relationship Id="rId3" Type="http://schemas.openxmlformats.org/officeDocument/2006/relationships/tags" Target="../tags/tag244.xml"/><Relationship Id="rId21" Type="http://schemas.openxmlformats.org/officeDocument/2006/relationships/tags" Target="../tags/tag262.xml"/><Relationship Id="rId20" Type="http://schemas.openxmlformats.org/officeDocument/2006/relationships/tags" Target="../tags/tag261.xml"/><Relationship Id="rId2" Type="http://schemas.openxmlformats.org/officeDocument/2006/relationships/tags" Target="../tags/tag243.xml"/><Relationship Id="rId19" Type="http://schemas.openxmlformats.org/officeDocument/2006/relationships/tags" Target="../tags/tag260.xml"/><Relationship Id="rId18" Type="http://schemas.openxmlformats.org/officeDocument/2006/relationships/tags" Target="../tags/tag259.xml"/><Relationship Id="rId17" Type="http://schemas.openxmlformats.org/officeDocument/2006/relationships/tags" Target="../tags/tag258.xml"/><Relationship Id="rId16" Type="http://schemas.openxmlformats.org/officeDocument/2006/relationships/tags" Target="../tags/tag257.xml"/><Relationship Id="rId15" Type="http://schemas.openxmlformats.org/officeDocument/2006/relationships/tags" Target="../tags/tag256.xml"/><Relationship Id="rId14" Type="http://schemas.openxmlformats.org/officeDocument/2006/relationships/tags" Target="../tags/tag255.xml"/><Relationship Id="rId13" Type="http://schemas.openxmlformats.org/officeDocument/2006/relationships/tags" Target="../tags/tag254.xml"/><Relationship Id="rId12" Type="http://schemas.openxmlformats.org/officeDocument/2006/relationships/tags" Target="../tags/tag253.xml"/><Relationship Id="rId11" Type="http://schemas.openxmlformats.org/officeDocument/2006/relationships/tags" Target="../tags/tag252.xml"/><Relationship Id="rId10" Type="http://schemas.openxmlformats.org/officeDocument/2006/relationships/tags" Target="../tags/tag251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70.xml"/><Relationship Id="rId8" Type="http://schemas.openxmlformats.org/officeDocument/2006/relationships/tags" Target="../tags/tag269.xml"/><Relationship Id="rId7" Type="http://schemas.openxmlformats.org/officeDocument/2006/relationships/tags" Target="../tags/tag268.xml"/><Relationship Id="rId6" Type="http://schemas.openxmlformats.org/officeDocument/2006/relationships/tags" Target="../tags/tag267.xml"/><Relationship Id="rId5" Type="http://schemas.openxmlformats.org/officeDocument/2006/relationships/tags" Target="../tags/tag266.xml"/><Relationship Id="rId4" Type="http://schemas.openxmlformats.org/officeDocument/2006/relationships/tags" Target="../tags/tag265.xml"/><Relationship Id="rId3" Type="http://schemas.openxmlformats.org/officeDocument/2006/relationships/tags" Target="../tags/tag264.xml"/><Relationship Id="rId25" Type="http://schemas.openxmlformats.org/officeDocument/2006/relationships/tags" Target="../tags/tag286.xml"/><Relationship Id="rId24" Type="http://schemas.openxmlformats.org/officeDocument/2006/relationships/tags" Target="../tags/tag285.xml"/><Relationship Id="rId23" Type="http://schemas.openxmlformats.org/officeDocument/2006/relationships/tags" Target="../tags/tag284.xml"/><Relationship Id="rId22" Type="http://schemas.openxmlformats.org/officeDocument/2006/relationships/tags" Target="../tags/tag283.xml"/><Relationship Id="rId21" Type="http://schemas.openxmlformats.org/officeDocument/2006/relationships/tags" Target="../tags/tag282.xml"/><Relationship Id="rId20" Type="http://schemas.openxmlformats.org/officeDocument/2006/relationships/tags" Target="../tags/tag281.xml"/><Relationship Id="rId2" Type="http://schemas.openxmlformats.org/officeDocument/2006/relationships/tags" Target="../tags/tag263.xml"/><Relationship Id="rId19" Type="http://schemas.openxmlformats.org/officeDocument/2006/relationships/tags" Target="../tags/tag280.xml"/><Relationship Id="rId18" Type="http://schemas.openxmlformats.org/officeDocument/2006/relationships/tags" Target="../tags/tag279.xml"/><Relationship Id="rId17" Type="http://schemas.openxmlformats.org/officeDocument/2006/relationships/tags" Target="../tags/tag278.xml"/><Relationship Id="rId16" Type="http://schemas.openxmlformats.org/officeDocument/2006/relationships/tags" Target="../tags/tag277.xml"/><Relationship Id="rId15" Type="http://schemas.openxmlformats.org/officeDocument/2006/relationships/tags" Target="../tags/tag276.xml"/><Relationship Id="rId14" Type="http://schemas.openxmlformats.org/officeDocument/2006/relationships/tags" Target="../tags/tag275.xml"/><Relationship Id="rId13" Type="http://schemas.openxmlformats.org/officeDocument/2006/relationships/tags" Target="../tags/tag274.xml"/><Relationship Id="rId12" Type="http://schemas.openxmlformats.org/officeDocument/2006/relationships/tags" Target="../tags/tag273.xml"/><Relationship Id="rId11" Type="http://schemas.openxmlformats.org/officeDocument/2006/relationships/tags" Target="../tags/tag272.xml"/><Relationship Id="rId10" Type="http://schemas.openxmlformats.org/officeDocument/2006/relationships/tags" Target="../tags/tag271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94.xml"/><Relationship Id="rId8" Type="http://schemas.openxmlformats.org/officeDocument/2006/relationships/tags" Target="../tags/tag293.xml"/><Relationship Id="rId7" Type="http://schemas.openxmlformats.org/officeDocument/2006/relationships/tags" Target="../tags/tag292.xm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" Type="http://schemas.openxmlformats.org/officeDocument/2006/relationships/tags" Target="../tags/tag287.xml"/><Relationship Id="rId12" Type="http://schemas.openxmlformats.org/officeDocument/2006/relationships/tags" Target="../tags/tag297.xml"/><Relationship Id="rId11" Type="http://schemas.openxmlformats.org/officeDocument/2006/relationships/tags" Target="../tags/tag296.xml"/><Relationship Id="rId10" Type="http://schemas.openxmlformats.org/officeDocument/2006/relationships/tags" Target="../tags/tag295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9" Type="http://schemas.openxmlformats.org/officeDocument/2006/relationships/tags" Target="../tags/tag305.xml"/><Relationship Id="rId8" Type="http://schemas.openxmlformats.org/officeDocument/2006/relationships/tags" Target="../tags/tag304.xml"/><Relationship Id="rId7" Type="http://schemas.openxmlformats.org/officeDocument/2006/relationships/tags" Target="../tags/tag303.xml"/><Relationship Id="rId6" Type="http://schemas.openxmlformats.org/officeDocument/2006/relationships/tags" Target="../tags/tag302.xml"/><Relationship Id="rId5" Type="http://schemas.openxmlformats.org/officeDocument/2006/relationships/tags" Target="../tags/tag301.xml"/><Relationship Id="rId4" Type="http://schemas.openxmlformats.org/officeDocument/2006/relationships/tags" Target="../tags/tag300.xml"/><Relationship Id="rId3" Type="http://schemas.openxmlformats.org/officeDocument/2006/relationships/tags" Target="../tags/tag299.xml"/><Relationship Id="rId21" Type="http://schemas.openxmlformats.org/officeDocument/2006/relationships/tags" Target="../tags/tag317.xml"/><Relationship Id="rId20" Type="http://schemas.openxmlformats.org/officeDocument/2006/relationships/tags" Target="../tags/tag316.xml"/><Relationship Id="rId2" Type="http://schemas.openxmlformats.org/officeDocument/2006/relationships/tags" Target="../tags/tag298.xml"/><Relationship Id="rId19" Type="http://schemas.openxmlformats.org/officeDocument/2006/relationships/tags" Target="../tags/tag315.xml"/><Relationship Id="rId18" Type="http://schemas.openxmlformats.org/officeDocument/2006/relationships/tags" Target="../tags/tag314.xml"/><Relationship Id="rId17" Type="http://schemas.openxmlformats.org/officeDocument/2006/relationships/tags" Target="../tags/tag313.xml"/><Relationship Id="rId16" Type="http://schemas.openxmlformats.org/officeDocument/2006/relationships/tags" Target="../tags/tag312.xml"/><Relationship Id="rId15" Type="http://schemas.openxmlformats.org/officeDocument/2006/relationships/tags" Target="../tags/tag311.xml"/><Relationship Id="rId14" Type="http://schemas.openxmlformats.org/officeDocument/2006/relationships/tags" Target="../tags/tag310.xml"/><Relationship Id="rId13" Type="http://schemas.openxmlformats.org/officeDocument/2006/relationships/tags" Target="../tags/tag309.xml"/><Relationship Id="rId12" Type="http://schemas.openxmlformats.org/officeDocument/2006/relationships/tags" Target="../tags/tag308.xml"/><Relationship Id="rId11" Type="http://schemas.openxmlformats.org/officeDocument/2006/relationships/tags" Target="../tags/tag307.xml"/><Relationship Id="rId10" Type="http://schemas.openxmlformats.org/officeDocument/2006/relationships/tags" Target="../tags/tag306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325.xml"/><Relationship Id="rId8" Type="http://schemas.openxmlformats.org/officeDocument/2006/relationships/tags" Target="../tags/tag324.xml"/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1" Type="http://schemas.openxmlformats.org/officeDocument/2006/relationships/tags" Target="../tags/tag327.xml"/><Relationship Id="rId10" Type="http://schemas.openxmlformats.org/officeDocument/2006/relationships/tags" Target="../tags/tag326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335.xml"/><Relationship Id="rId8" Type="http://schemas.openxmlformats.org/officeDocument/2006/relationships/tags" Target="../tags/tag334.xml"/><Relationship Id="rId7" Type="http://schemas.openxmlformats.org/officeDocument/2006/relationships/tags" Target="../tags/tag333.xml"/><Relationship Id="rId6" Type="http://schemas.openxmlformats.org/officeDocument/2006/relationships/tags" Target="../tags/tag332.xml"/><Relationship Id="rId5" Type="http://schemas.openxmlformats.org/officeDocument/2006/relationships/tags" Target="../tags/tag331.xml"/><Relationship Id="rId4" Type="http://schemas.openxmlformats.org/officeDocument/2006/relationships/tags" Target="../tags/tag330.xml"/><Relationship Id="rId3" Type="http://schemas.openxmlformats.org/officeDocument/2006/relationships/tags" Target="../tags/tag329.xml"/><Relationship Id="rId2" Type="http://schemas.openxmlformats.org/officeDocument/2006/relationships/tags" Target="../tags/tag328.xml"/><Relationship Id="rId15" Type="http://schemas.openxmlformats.org/officeDocument/2006/relationships/tags" Target="../tags/tag341.xml"/><Relationship Id="rId14" Type="http://schemas.openxmlformats.org/officeDocument/2006/relationships/tags" Target="../tags/tag340.xml"/><Relationship Id="rId13" Type="http://schemas.openxmlformats.org/officeDocument/2006/relationships/tags" Target="../tags/tag339.xml"/><Relationship Id="rId12" Type="http://schemas.openxmlformats.org/officeDocument/2006/relationships/tags" Target="../tags/tag338.xml"/><Relationship Id="rId11" Type="http://schemas.openxmlformats.org/officeDocument/2006/relationships/tags" Target="../tags/tag337.xml"/><Relationship Id="rId10" Type="http://schemas.openxmlformats.org/officeDocument/2006/relationships/tags" Target="../tags/tag336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tags" Target="../tags/tag348.xml"/><Relationship Id="rId7" Type="http://schemas.openxmlformats.org/officeDocument/2006/relationships/tags" Target="../tags/tag347.xml"/><Relationship Id="rId6" Type="http://schemas.openxmlformats.org/officeDocument/2006/relationships/tags" Target="../tags/tag346.xml"/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3" Type="http://schemas.openxmlformats.org/officeDocument/2006/relationships/tags" Target="../tags/tag343.xml"/><Relationship Id="rId2" Type="http://schemas.openxmlformats.org/officeDocument/2006/relationships/tags" Target="../tags/tag342.xml"/><Relationship Id="rId15" Type="http://schemas.openxmlformats.org/officeDocument/2006/relationships/tags" Target="../tags/tag355.xml"/><Relationship Id="rId14" Type="http://schemas.openxmlformats.org/officeDocument/2006/relationships/tags" Target="../tags/tag354.xml"/><Relationship Id="rId13" Type="http://schemas.openxmlformats.org/officeDocument/2006/relationships/tags" Target="../tags/tag353.xml"/><Relationship Id="rId12" Type="http://schemas.openxmlformats.org/officeDocument/2006/relationships/tags" Target="../tags/tag352.xml"/><Relationship Id="rId11" Type="http://schemas.openxmlformats.org/officeDocument/2006/relationships/tags" Target="../tags/tag351.xml"/><Relationship Id="rId10" Type="http://schemas.openxmlformats.org/officeDocument/2006/relationships/tags" Target="../tags/tag350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363.xml"/><Relationship Id="rId8" Type="http://schemas.openxmlformats.org/officeDocument/2006/relationships/tags" Target="../tags/tag362.xml"/><Relationship Id="rId7" Type="http://schemas.openxmlformats.org/officeDocument/2006/relationships/tags" Target="../tags/tag361.xml"/><Relationship Id="rId6" Type="http://schemas.openxmlformats.org/officeDocument/2006/relationships/tags" Target="../tags/tag360.xml"/><Relationship Id="rId5" Type="http://schemas.openxmlformats.org/officeDocument/2006/relationships/tags" Target="../tags/tag359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3" Type="http://schemas.openxmlformats.org/officeDocument/2006/relationships/tags" Target="../tags/tag367.xml"/><Relationship Id="rId12" Type="http://schemas.openxmlformats.org/officeDocument/2006/relationships/tags" Target="../tags/tag366.xml"/><Relationship Id="rId11" Type="http://schemas.openxmlformats.org/officeDocument/2006/relationships/tags" Target="../tags/tag365.xml"/><Relationship Id="rId10" Type="http://schemas.openxmlformats.org/officeDocument/2006/relationships/tags" Target="../tags/tag364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375.xml"/><Relationship Id="rId8" Type="http://schemas.openxmlformats.org/officeDocument/2006/relationships/tags" Target="../tags/tag374.xml"/><Relationship Id="rId7" Type="http://schemas.openxmlformats.org/officeDocument/2006/relationships/tags" Target="../tags/tag373.xml"/><Relationship Id="rId6" Type="http://schemas.openxmlformats.org/officeDocument/2006/relationships/tags" Target="../tags/tag372.xml"/><Relationship Id="rId5" Type="http://schemas.openxmlformats.org/officeDocument/2006/relationships/tags" Target="../tags/tag371.xml"/><Relationship Id="rId4" Type="http://schemas.openxmlformats.org/officeDocument/2006/relationships/tags" Target="../tags/tag370.xml"/><Relationship Id="rId3" Type="http://schemas.openxmlformats.org/officeDocument/2006/relationships/tags" Target="../tags/tag369.xml"/><Relationship Id="rId2" Type="http://schemas.openxmlformats.org/officeDocument/2006/relationships/tags" Target="../tags/tag368.xml"/><Relationship Id="rId11" Type="http://schemas.openxmlformats.org/officeDocument/2006/relationships/tags" Target="../tags/tag377.xml"/><Relationship Id="rId10" Type="http://schemas.openxmlformats.org/officeDocument/2006/relationships/tags" Target="../tags/tag376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385.xml"/><Relationship Id="rId8" Type="http://schemas.openxmlformats.org/officeDocument/2006/relationships/tags" Target="../tags/tag384.xml"/><Relationship Id="rId7" Type="http://schemas.openxmlformats.org/officeDocument/2006/relationships/tags" Target="../tags/tag383.xml"/><Relationship Id="rId6" Type="http://schemas.openxmlformats.org/officeDocument/2006/relationships/tags" Target="../tags/tag382.xml"/><Relationship Id="rId5" Type="http://schemas.openxmlformats.org/officeDocument/2006/relationships/tags" Target="../tags/tag381.xml"/><Relationship Id="rId4" Type="http://schemas.openxmlformats.org/officeDocument/2006/relationships/tags" Target="../tags/tag380.xml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3" Type="http://schemas.openxmlformats.org/officeDocument/2006/relationships/tags" Target="../tags/tag389.xml"/><Relationship Id="rId12" Type="http://schemas.openxmlformats.org/officeDocument/2006/relationships/tags" Target="../tags/tag388.xml"/><Relationship Id="rId11" Type="http://schemas.openxmlformats.org/officeDocument/2006/relationships/tags" Target="../tags/tag387.xml"/><Relationship Id="rId10" Type="http://schemas.openxmlformats.org/officeDocument/2006/relationships/tags" Target="../tags/tag386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397.xml"/><Relationship Id="rId8" Type="http://schemas.openxmlformats.org/officeDocument/2006/relationships/tags" Target="../tags/tag396.xml"/><Relationship Id="rId7" Type="http://schemas.openxmlformats.org/officeDocument/2006/relationships/tags" Target="../tags/tag395.xml"/><Relationship Id="rId6" Type="http://schemas.openxmlformats.org/officeDocument/2006/relationships/tags" Target="../tags/tag394.xml"/><Relationship Id="rId5" Type="http://schemas.openxmlformats.org/officeDocument/2006/relationships/tags" Target="../tags/tag393.xml"/><Relationship Id="rId4" Type="http://schemas.openxmlformats.org/officeDocument/2006/relationships/tags" Target="../tags/tag392.xml"/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2" Type="http://schemas.openxmlformats.org/officeDocument/2006/relationships/tags" Target="../tags/tag400.xml"/><Relationship Id="rId11" Type="http://schemas.openxmlformats.org/officeDocument/2006/relationships/tags" Target="../tags/tag399.xml"/><Relationship Id="rId10" Type="http://schemas.openxmlformats.org/officeDocument/2006/relationships/tags" Target="../tags/tag398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408.xml"/><Relationship Id="rId8" Type="http://schemas.openxmlformats.org/officeDocument/2006/relationships/tags" Target="../tags/tag407.xml"/><Relationship Id="rId7" Type="http://schemas.openxmlformats.org/officeDocument/2006/relationships/tags" Target="../tags/tag406.xml"/><Relationship Id="rId6" Type="http://schemas.openxmlformats.org/officeDocument/2006/relationships/tags" Target="../tags/tag405.xml"/><Relationship Id="rId5" Type="http://schemas.openxmlformats.org/officeDocument/2006/relationships/tags" Target="../tags/tag404.xml"/><Relationship Id="rId4" Type="http://schemas.openxmlformats.org/officeDocument/2006/relationships/tags" Target="../tags/tag403.xml"/><Relationship Id="rId3" Type="http://schemas.openxmlformats.org/officeDocument/2006/relationships/tags" Target="../tags/tag402.xml"/><Relationship Id="rId2" Type="http://schemas.openxmlformats.org/officeDocument/2006/relationships/tags" Target="../tags/tag401.xml"/><Relationship Id="rId11" Type="http://schemas.openxmlformats.org/officeDocument/2006/relationships/tags" Target="../tags/tag410.xml"/><Relationship Id="rId10" Type="http://schemas.openxmlformats.org/officeDocument/2006/relationships/tags" Target="../tags/tag409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418.xml"/><Relationship Id="rId8" Type="http://schemas.openxmlformats.org/officeDocument/2006/relationships/tags" Target="../tags/tag417.xml"/><Relationship Id="rId7" Type="http://schemas.openxmlformats.org/officeDocument/2006/relationships/tags" Target="../tags/tag416.xml"/><Relationship Id="rId6" Type="http://schemas.openxmlformats.org/officeDocument/2006/relationships/tags" Target="../tags/tag415.xml"/><Relationship Id="rId5" Type="http://schemas.openxmlformats.org/officeDocument/2006/relationships/tags" Target="../tags/tag414.xml"/><Relationship Id="rId4" Type="http://schemas.openxmlformats.org/officeDocument/2006/relationships/tags" Target="../tags/tag413.xml"/><Relationship Id="rId3" Type="http://schemas.openxmlformats.org/officeDocument/2006/relationships/tags" Target="../tags/tag412.xml"/><Relationship Id="rId2" Type="http://schemas.openxmlformats.org/officeDocument/2006/relationships/tags" Target="../tags/tag411.xml"/><Relationship Id="rId13" Type="http://schemas.openxmlformats.org/officeDocument/2006/relationships/tags" Target="../tags/tag422.xml"/><Relationship Id="rId12" Type="http://schemas.openxmlformats.org/officeDocument/2006/relationships/tags" Target="../tags/tag421.xml"/><Relationship Id="rId11" Type="http://schemas.openxmlformats.org/officeDocument/2006/relationships/tags" Target="../tags/tag420.xml"/><Relationship Id="rId10" Type="http://schemas.openxmlformats.org/officeDocument/2006/relationships/tags" Target="../tags/tag419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430.xml"/><Relationship Id="rId8" Type="http://schemas.openxmlformats.org/officeDocument/2006/relationships/tags" Target="../tags/tag429.xml"/><Relationship Id="rId7" Type="http://schemas.openxmlformats.org/officeDocument/2006/relationships/tags" Target="../tags/tag428.xml"/><Relationship Id="rId6" Type="http://schemas.openxmlformats.org/officeDocument/2006/relationships/tags" Target="../tags/tag427.xml"/><Relationship Id="rId5" Type="http://schemas.openxmlformats.org/officeDocument/2006/relationships/tags" Target="../tags/tag426.xml"/><Relationship Id="rId4" Type="http://schemas.openxmlformats.org/officeDocument/2006/relationships/tags" Target="../tags/tag425.xml"/><Relationship Id="rId3" Type="http://schemas.openxmlformats.org/officeDocument/2006/relationships/tags" Target="../tags/tag424.xml"/><Relationship Id="rId2" Type="http://schemas.openxmlformats.org/officeDocument/2006/relationships/tags" Target="../tags/tag423.xml"/><Relationship Id="rId15" Type="http://schemas.openxmlformats.org/officeDocument/2006/relationships/tags" Target="../tags/tag436.xml"/><Relationship Id="rId14" Type="http://schemas.openxmlformats.org/officeDocument/2006/relationships/tags" Target="../tags/tag435.xml"/><Relationship Id="rId13" Type="http://schemas.openxmlformats.org/officeDocument/2006/relationships/tags" Target="../tags/tag434.xml"/><Relationship Id="rId12" Type="http://schemas.openxmlformats.org/officeDocument/2006/relationships/tags" Target="../tags/tag433.xml"/><Relationship Id="rId11" Type="http://schemas.openxmlformats.org/officeDocument/2006/relationships/tags" Target="../tags/tag432.xml"/><Relationship Id="rId10" Type="http://schemas.openxmlformats.org/officeDocument/2006/relationships/tags" Target="../tags/tag431.xml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9" Type="http://schemas.openxmlformats.org/officeDocument/2006/relationships/tags" Target="../tags/tag444.xml"/><Relationship Id="rId8" Type="http://schemas.openxmlformats.org/officeDocument/2006/relationships/tags" Target="../tags/tag443.xml"/><Relationship Id="rId7" Type="http://schemas.openxmlformats.org/officeDocument/2006/relationships/tags" Target="../tags/tag442.xml"/><Relationship Id="rId6" Type="http://schemas.openxmlformats.org/officeDocument/2006/relationships/tags" Target="../tags/tag441.xml"/><Relationship Id="rId5" Type="http://schemas.openxmlformats.org/officeDocument/2006/relationships/tags" Target="../tags/tag440.xml"/><Relationship Id="rId4" Type="http://schemas.openxmlformats.org/officeDocument/2006/relationships/tags" Target="../tags/tag439.xml"/><Relationship Id="rId3" Type="http://schemas.openxmlformats.org/officeDocument/2006/relationships/tags" Target="../tags/tag438.xml"/><Relationship Id="rId2" Type="http://schemas.openxmlformats.org/officeDocument/2006/relationships/tags" Target="../tags/tag437.xml"/><Relationship Id="rId15" Type="http://schemas.openxmlformats.org/officeDocument/2006/relationships/tags" Target="../tags/tag450.xml"/><Relationship Id="rId14" Type="http://schemas.openxmlformats.org/officeDocument/2006/relationships/tags" Target="../tags/tag449.xml"/><Relationship Id="rId13" Type="http://schemas.openxmlformats.org/officeDocument/2006/relationships/tags" Target="../tags/tag448.xml"/><Relationship Id="rId12" Type="http://schemas.openxmlformats.org/officeDocument/2006/relationships/tags" Target="../tags/tag447.xml"/><Relationship Id="rId11" Type="http://schemas.openxmlformats.org/officeDocument/2006/relationships/tags" Target="../tags/tag446.xml"/><Relationship Id="rId10" Type="http://schemas.openxmlformats.org/officeDocument/2006/relationships/tags" Target="../tags/tag445.xml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458.xml"/><Relationship Id="rId8" Type="http://schemas.openxmlformats.org/officeDocument/2006/relationships/tags" Target="../tags/tag457.xml"/><Relationship Id="rId7" Type="http://schemas.openxmlformats.org/officeDocument/2006/relationships/tags" Target="../tags/tag456.xml"/><Relationship Id="rId6" Type="http://schemas.openxmlformats.org/officeDocument/2006/relationships/tags" Target="../tags/tag455.xml"/><Relationship Id="rId5" Type="http://schemas.openxmlformats.org/officeDocument/2006/relationships/tags" Target="../tags/tag454.xml"/><Relationship Id="rId4" Type="http://schemas.openxmlformats.org/officeDocument/2006/relationships/tags" Target="../tags/tag453.xml"/><Relationship Id="rId3" Type="http://schemas.openxmlformats.org/officeDocument/2006/relationships/tags" Target="../tags/tag452.xml"/><Relationship Id="rId2" Type="http://schemas.openxmlformats.org/officeDocument/2006/relationships/tags" Target="../tags/tag451.xml"/><Relationship Id="rId18" Type="http://schemas.openxmlformats.org/officeDocument/2006/relationships/tags" Target="../tags/tag467.xml"/><Relationship Id="rId17" Type="http://schemas.openxmlformats.org/officeDocument/2006/relationships/tags" Target="../tags/tag466.xml"/><Relationship Id="rId16" Type="http://schemas.openxmlformats.org/officeDocument/2006/relationships/tags" Target="../tags/tag465.xml"/><Relationship Id="rId15" Type="http://schemas.openxmlformats.org/officeDocument/2006/relationships/tags" Target="../tags/tag464.xml"/><Relationship Id="rId14" Type="http://schemas.openxmlformats.org/officeDocument/2006/relationships/tags" Target="../tags/tag463.xml"/><Relationship Id="rId13" Type="http://schemas.openxmlformats.org/officeDocument/2006/relationships/tags" Target="../tags/tag462.xml"/><Relationship Id="rId12" Type="http://schemas.openxmlformats.org/officeDocument/2006/relationships/tags" Target="../tags/tag461.xml"/><Relationship Id="rId11" Type="http://schemas.openxmlformats.org/officeDocument/2006/relationships/tags" Target="../tags/tag460.xml"/><Relationship Id="rId10" Type="http://schemas.openxmlformats.org/officeDocument/2006/relationships/tags" Target="../tags/tag459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11684002" y="0"/>
            <a:ext cx="508000" cy="5080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6096000" cy="6858000"/>
          </a:xfrm>
          <a:custGeom>
            <a:avLst/>
            <a:gdLst>
              <a:gd name="connisteX0" fmla="*/ 0 w 6096003"/>
              <a:gd name="connsiteY0" fmla="*/ 0 h 6858000"/>
              <a:gd name="connisteX1" fmla="*/ 6096003 w 6096003"/>
              <a:gd name="connsiteY1" fmla="*/ 0 h 6858000"/>
              <a:gd name="connisteX2" fmla="*/ 4310060 w 6096003"/>
              <a:gd name="connsiteY2" fmla="*/ 6858000 h 6858000"/>
              <a:gd name="connisteX3" fmla="*/ 0 w 6096003"/>
              <a:gd name="connsiteY3" fmla="*/ 6858000 h 6858000"/>
              <a:gd name="connisteX4" fmla="*/ 0 w 6096003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03" h="6858000">
                <a:moveTo>
                  <a:pt x="0" y="0"/>
                </a:moveTo>
                <a:lnTo>
                  <a:pt x="6096003" y="0"/>
                </a:lnTo>
                <a:lnTo>
                  <a:pt x="431006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0" y="4114772"/>
            <a:ext cx="3077210" cy="2743200"/>
          </a:xfrm>
          <a:custGeom>
            <a:avLst/>
            <a:gdLst>
              <a:gd name="connisteX0" fmla="*/ 2930487 w 3077358"/>
              <a:gd name="connsiteY0" fmla="*/ 1776020 h 2743209"/>
              <a:gd name="connisteX1" fmla="*/ 3036722 w 3077358"/>
              <a:gd name="connsiteY1" fmla="*/ 2188652 h 2743209"/>
              <a:gd name="connisteX2" fmla="*/ 2717770 w 3077358"/>
              <a:gd name="connsiteY2" fmla="*/ 2743209 h 2743209"/>
              <a:gd name="connisteX3" fmla="*/ 0 w 3077358"/>
              <a:gd name="connsiteY3" fmla="*/ 2743209 h 2743209"/>
              <a:gd name="connisteX4" fmla="*/ 0 w 3077358"/>
              <a:gd name="connsiteY4" fmla="*/ 0 h 2743209"/>
              <a:gd name="connisteX5" fmla="*/ 2930487 w 3077358"/>
              <a:gd name="connsiteY5" fmla="*/ 1776020 h 27432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077358" h="2743209">
                <a:moveTo>
                  <a:pt x="2930487" y="1776021"/>
                </a:moveTo>
                <a:cubicBezTo>
                  <a:pt x="3072119" y="1861856"/>
                  <a:pt x="3119302" y="2045092"/>
                  <a:pt x="3036722" y="2188653"/>
                </a:cubicBezTo>
                <a:lnTo>
                  <a:pt x="2717771" y="2743209"/>
                </a:lnTo>
                <a:lnTo>
                  <a:pt x="0" y="2743209"/>
                </a:lnTo>
                <a:lnTo>
                  <a:pt x="0" y="0"/>
                </a:lnTo>
                <a:lnTo>
                  <a:pt x="2930487" y="177602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 userDrawn="1">
            <p:custDataLst>
              <p:tags r:id="rId9"/>
            </p:custDataLst>
          </p:nvPr>
        </p:nvSpPr>
        <p:spPr>
          <a:xfrm>
            <a:off x="0" y="4904412"/>
            <a:ext cx="2380615" cy="1953895"/>
          </a:xfrm>
          <a:custGeom>
            <a:avLst/>
            <a:gdLst>
              <a:gd name="connisteX0" fmla="*/ 0 w 2381125"/>
              <a:gd name="connsiteY0" fmla="*/ 99422 h 1953597"/>
              <a:gd name="connisteX1" fmla="*/ 0 w 2381125"/>
              <a:gd name="connsiteY1" fmla="*/ 1953588 h 1953597"/>
              <a:gd name="connisteX2" fmla="*/ 2133596 w 2381125"/>
              <a:gd name="connsiteY2" fmla="*/ 1953588 h 1953597"/>
              <a:gd name="connisteX3" fmla="*/ 2341001 w 2381125"/>
              <a:gd name="connsiteY3" fmla="*/ 1590150 h 1953597"/>
              <a:gd name="connisteX4" fmla="*/ 2228676 w 2381125"/>
              <a:gd name="connsiteY4" fmla="*/ 1175113 h 1953597"/>
              <a:gd name="connisteX5" fmla="*/ 231142 w 2381125"/>
              <a:gd name="connsiteY5" fmla="*/ 21845 h 1953597"/>
              <a:gd name="connisteX6" fmla="*/ 0 w 2381125"/>
              <a:gd name="connsiteY6" fmla="*/ 99422 h 19535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81125" h="1953597">
                <a:moveTo>
                  <a:pt x="0" y="99423"/>
                </a:moveTo>
                <a:lnTo>
                  <a:pt x="0" y="1953588"/>
                </a:lnTo>
                <a:lnTo>
                  <a:pt x="2133597" y="1953588"/>
                </a:lnTo>
                <a:lnTo>
                  <a:pt x="2341001" y="1590151"/>
                </a:lnTo>
                <a:cubicBezTo>
                  <a:pt x="2424138" y="1444469"/>
                  <a:pt x="2373938" y="1258982"/>
                  <a:pt x="2228676" y="1175114"/>
                </a:cubicBezTo>
                <a:lnTo>
                  <a:pt x="231142" y="21845"/>
                </a:lnTo>
                <a:cubicBezTo>
                  <a:pt x="146441" y="-27066"/>
                  <a:pt x="38048" y="9318"/>
                  <a:pt x="0" y="99423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10"/>
            </p:custDataLst>
          </p:nvPr>
        </p:nvSpPr>
        <p:spPr>
          <a:xfrm>
            <a:off x="0" y="5638803"/>
            <a:ext cx="1688465" cy="1219200"/>
          </a:xfrm>
          <a:custGeom>
            <a:avLst/>
            <a:gdLst>
              <a:gd name="connisteX0" fmla="*/ 1536932 w 1689097"/>
              <a:gd name="connsiteY0" fmla="*/ 625870 h 1219196"/>
              <a:gd name="connisteX1" fmla="*/ 1646706 w 1689097"/>
              <a:gd name="connsiteY1" fmla="*/ 1043842 h 1219196"/>
              <a:gd name="connisteX2" fmla="*/ 1542949 w 1689097"/>
              <a:gd name="connsiteY2" fmla="*/ 1219196 h 1219196"/>
              <a:gd name="connisteX3" fmla="*/ 0 w 1689097"/>
              <a:gd name="connsiteY3" fmla="*/ 1219196 h 1219196"/>
              <a:gd name="connisteX4" fmla="*/ 0 w 1689097"/>
              <a:gd name="connsiteY4" fmla="*/ 326230 h 1219196"/>
              <a:gd name="connisteX5" fmla="*/ 111291 w 1689097"/>
              <a:gd name="connsiteY5" fmla="*/ 145023 h 1219196"/>
              <a:gd name="connisteX6" fmla="*/ 522707 w 1689097"/>
              <a:gd name="connsiteY6" fmla="*/ 40773 h 1219196"/>
              <a:gd name="connisteX7" fmla="*/ 1536932 w 1689097"/>
              <a:gd name="connsiteY7" fmla="*/ 625870 h 12191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pathLst>
              <a:path w="1689098" h="1219197">
                <a:moveTo>
                  <a:pt x="1536933" y="625870"/>
                </a:moveTo>
                <a:cubicBezTo>
                  <a:pt x="1683511" y="710425"/>
                  <a:pt x="1732843" y="898261"/>
                  <a:pt x="1646706" y="1043842"/>
                </a:cubicBezTo>
                <a:lnTo>
                  <a:pt x="1542949" y="1219197"/>
                </a:lnTo>
                <a:lnTo>
                  <a:pt x="0" y="1219197"/>
                </a:lnTo>
                <a:lnTo>
                  <a:pt x="0" y="326230"/>
                </a:lnTo>
                <a:lnTo>
                  <a:pt x="111292" y="145024"/>
                </a:lnTo>
                <a:cubicBezTo>
                  <a:pt x="197520" y="4645"/>
                  <a:pt x="379951" y="-41587"/>
                  <a:pt x="522708" y="40773"/>
                </a:cubicBezTo>
                <a:lnTo>
                  <a:pt x="1536933" y="62587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副标题 7"/>
          <p:cNvSpPr>
            <a:spLocks noGrp="1"/>
          </p:cNvSpPr>
          <p:nvPr>
            <p:ph type="subTitle" idx="13" hasCustomPrompt="1"/>
            <p:custDataLst>
              <p:tags r:id="rId12"/>
            </p:custDataLst>
          </p:nvPr>
        </p:nvSpPr>
        <p:spPr>
          <a:xfrm>
            <a:off x="6730999" y="2652391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THE END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3"/>
            </p:custDataLst>
          </p:nvPr>
        </p:nvSpPr>
        <p:spPr>
          <a:xfrm>
            <a:off x="6603998" y="314959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mtClean="0">
                <a:latin typeface="MiSans Demibold" panose="00000700000000000000" charset="-122"/>
                <a:ea typeface="MiSans Medium" panose="00000600000000000000" charset="-122"/>
              </a:rPr>
              <a:t>谢谢观看</a:t>
            </a:r>
            <a:endParaRPr lang="zh-CN" altLang="en-US" smtClean="0">
              <a:latin typeface="MiSans Demibold" panose="00000700000000000000" charset="-122"/>
              <a:ea typeface="MiSans Medium" panose="00000600000000000000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flipV="1">
            <a:off x="0" y="0"/>
            <a:ext cx="12191365" cy="3937000"/>
          </a:xfrm>
          <a:custGeom>
            <a:avLst/>
            <a:gdLst>
              <a:gd name="connisteX0" fmla="*/ 0 w 12191996"/>
              <a:gd name="connsiteY0" fmla="*/ 0 h 3937004"/>
              <a:gd name="connisteX1" fmla="*/ 12191996 w 12191996"/>
              <a:gd name="connsiteY1" fmla="*/ 1252682 h 3937004"/>
              <a:gd name="connisteX2" fmla="*/ 12191996 w 12191996"/>
              <a:gd name="connsiteY2" fmla="*/ 3937004 h 3937004"/>
              <a:gd name="connisteX3" fmla="*/ 0 w 12191996"/>
              <a:gd name="connsiteY3" fmla="*/ 3937004 h 3937004"/>
              <a:gd name="connisteX4" fmla="*/ 0 w 12191996"/>
              <a:gd name="connsiteY4" fmla="*/ 0 h 3937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2191997" h="3937004">
                <a:moveTo>
                  <a:pt x="0" y="0"/>
                </a:moveTo>
                <a:lnTo>
                  <a:pt x="12191997" y="1252682"/>
                </a:lnTo>
                <a:lnTo>
                  <a:pt x="12191997" y="3937004"/>
                </a:lnTo>
                <a:lnTo>
                  <a:pt x="0" y="39370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3"/>
            </p:custDataLst>
          </p:nvPr>
        </p:nvSpPr>
        <p:spPr>
          <a:xfrm>
            <a:off x="7313015" y="27"/>
            <a:ext cx="4612640" cy="2362200"/>
          </a:xfrm>
          <a:custGeom>
            <a:avLst/>
            <a:gdLst>
              <a:gd name="connisteX0" fmla="*/ 4612325 w 4612315"/>
              <a:gd name="connsiteY0" fmla="*/ 0 h 2362379"/>
              <a:gd name="connisteX1" fmla="*/ 3339745 w 4612315"/>
              <a:gd name="connsiteY1" fmla="*/ 2209647 h 2362379"/>
              <a:gd name="connisteX2" fmla="*/ 2923208 w 4612315"/>
              <a:gd name="connsiteY2" fmla="*/ 2321497 h 2362379"/>
              <a:gd name="connisteX3" fmla="*/ 152448 w 4612315"/>
              <a:gd name="connsiteY3" fmla="*/ 721790 h 2362379"/>
              <a:gd name="connisteX4" fmla="*/ 41221 w 4612315"/>
              <a:gd name="connsiteY4" fmla="*/ 304842 h 2362379"/>
              <a:gd name="connisteX5" fmla="*/ 218120 w 4612315"/>
              <a:gd name="connsiteY5" fmla="*/ 0 h 2362379"/>
              <a:gd name="connisteX6" fmla="*/ 4612325 w 4612315"/>
              <a:gd name="connsiteY6" fmla="*/ 0 h 23623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12316" h="2362380">
                <a:moveTo>
                  <a:pt x="4612325" y="0"/>
                </a:moveTo>
                <a:lnTo>
                  <a:pt x="3339745" y="2209648"/>
                </a:lnTo>
                <a:cubicBezTo>
                  <a:pt x="3255666" y="2355632"/>
                  <a:pt x="3069110" y="2405722"/>
                  <a:pt x="2923209" y="2321497"/>
                </a:cubicBezTo>
                <a:lnTo>
                  <a:pt x="152449" y="721791"/>
                </a:lnTo>
                <a:cubicBezTo>
                  <a:pt x="6437" y="637492"/>
                  <a:pt x="-43397" y="450671"/>
                  <a:pt x="41221" y="304843"/>
                </a:cubicBezTo>
                <a:lnTo>
                  <a:pt x="218121" y="0"/>
                </a:lnTo>
                <a:lnTo>
                  <a:pt x="4612325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4"/>
            </p:custDataLst>
          </p:nvPr>
        </p:nvSpPr>
        <p:spPr>
          <a:xfrm>
            <a:off x="8006011" y="27"/>
            <a:ext cx="3335655" cy="1668145"/>
          </a:xfrm>
          <a:custGeom>
            <a:avLst/>
            <a:gdLst>
              <a:gd name="connisteX0" fmla="*/ 3335118 w 3335127"/>
              <a:gd name="connsiteY0" fmla="*/ 0 h 1668523"/>
              <a:gd name="connisteX1" fmla="*/ 2460879 w 3335127"/>
              <a:gd name="connsiteY1" fmla="*/ 1515947 h 1668523"/>
              <a:gd name="connisteX2" fmla="*/ 2044442 w 3335127"/>
              <a:gd name="connsiteY2" fmla="*/ 1627632 h 1668523"/>
              <a:gd name="connisteX3" fmla="*/ 152448 w 3335127"/>
              <a:gd name="connsiteY3" fmla="*/ 535298 h 1668523"/>
              <a:gd name="connisteX4" fmla="*/ 40672 w 3335127"/>
              <a:gd name="connsiteY4" fmla="*/ 119301 h 1668523"/>
              <a:gd name="connisteX5" fmla="*/ 109325 w 3335127"/>
              <a:gd name="connsiteY5" fmla="*/ 0 h 1668523"/>
              <a:gd name="connisteX6" fmla="*/ 3335118 w 3335127"/>
              <a:gd name="connsiteY6" fmla="*/ 0 h 166852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335128" h="1668524">
                <a:moveTo>
                  <a:pt x="3335119" y="0"/>
                </a:moveTo>
                <a:lnTo>
                  <a:pt x="2460879" y="1515947"/>
                </a:lnTo>
                <a:cubicBezTo>
                  <a:pt x="2376754" y="1661821"/>
                  <a:pt x="2190281" y="1711830"/>
                  <a:pt x="2044443" y="1627632"/>
                </a:cubicBezTo>
                <a:lnTo>
                  <a:pt x="152449" y="535299"/>
                </a:lnTo>
                <a:cubicBezTo>
                  <a:pt x="6812" y="451211"/>
                  <a:pt x="-43205" y="265057"/>
                  <a:pt x="40673" y="119302"/>
                </a:cubicBezTo>
                <a:lnTo>
                  <a:pt x="109326" y="0"/>
                </a:lnTo>
                <a:lnTo>
                  <a:pt x="3335119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5"/>
            </p:custDataLst>
          </p:nvPr>
        </p:nvSpPr>
        <p:spPr>
          <a:xfrm>
            <a:off x="8677967" y="0"/>
            <a:ext cx="2078355" cy="974725"/>
          </a:xfrm>
          <a:custGeom>
            <a:avLst/>
            <a:gdLst>
              <a:gd name="connisteX0" fmla="*/ 1603107 w 2078924"/>
              <a:gd name="connsiteY0" fmla="*/ 822566 h 974805"/>
              <a:gd name="connisteX1" fmla="*/ 2078924 w 2078924"/>
              <a:gd name="connsiteY1" fmla="*/ 0 h 974805"/>
              <a:gd name="connisteX2" fmla="*/ 1025024 w 2078924"/>
              <a:gd name="connsiteY2" fmla="*/ 0 h 974805"/>
              <a:gd name="connisteX3" fmla="*/ 34235 w 2078924"/>
              <a:gd name="connsiteY3" fmla="*/ 27 h 974805"/>
              <a:gd name="connisteX4" fmla="*/ 112260 w 2078924"/>
              <a:gd name="connsiteY4" fmla="*/ 313492 h 974805"/>
              <a:gd name="connisteX5" fmla="*/ 1186863 w 2078924"/>
              <a:gd name="connsiteY5" fmla="*/ 933913 h 974805"/>
              <a:gd name="connisteX6" fmla="*/ 1603107 w 2078924"/>
              <a:gd name="connsiteY6" fmla="*/ 822566 h 9748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078925" h="974805">
                <a:moveTo>
                  <a:pt x="1603108" y="822567"/>
                </a:moveTo>
                <a:lnTo>
                  <a:pt x="2078925" y="0"/>
                </a:lnTo>
                <a:lnTo>
                  <a:pt x="1025024" y="0"/>
                </a:lnTo>
                <a:lnTo>
                  <a:pt x="34235" y="27"/>
                </a:lnTo>
                <a:cubicBezTo>
                  <a:pt x="-33202" y="107753"/>
                  <a:pt x="2185" y="249942"/>
                  <a:pt x="112261" y="313493"/>
                </a:cubicBezTo>
                <a:lnTo>
                  <a:pt x="1186864" y="933913"/>
                </a:lnTo>
                <a:cubicBezTo>
                  <a:pt x="1332564" y="1018029"/>
                  <a:pt x="1518855" y="968194"/>
                  <a:pt x="1603108" y="822567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 descr="C:/Users/Administrator/Downloads/123.png12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l="9" r="9"/>
          <a:stretch>
            <a:fillRect/>
          </a:stretch>
        </p:blipFill>
        <p:spPr>
          <a:xfrm>
            <a:off x="609600" y="913765"/>
            <a:ext cx="3377565" cy="5029200"/>
          </a:xfrm>
          <a:prstGeom prst="rect">
            <a:avLst/>
          </a:prstGeom>
        </p:spPr>
      </p:pic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3987799" y="914397"/>
            <a:ext cx="7595235" cy="5029200"/>
          </a:xfrm>
          <a:custGeom>
            <a:avLst/>
            <a:gdLst>
              <a:gd name="connisteX0" fmla="*/ 0 w 7594604"/>
              <a:gd name="connsiteY0" fmla="*/ 0 h 5029200"/>
              <a:gd name="connisteX1" fmla="*/ 7391396 w 7594604"/>
              <a:gd name="connsiteY1" fmla="*/ 0 h 5029200"/>
              <a:gd name="connisteX2" fmla="*/ 7594604 w 7594604"/>
              <a:gd name="connsiteY2" fmla="*/ 203197 h 5029200"/>
              <a:gd name="connisteX3" fmla="*/ 7594604 w 7594604"/>
              <a:gd name="connsiteY3" fmla="*/ 4826002 h 5029200"/>
              <a:gd name="connisteX4" fmla="*/ 7391396 w 7594604"/>
              <a:gd name="connsiteY4" fmla="*/ 5029200 h 5029200"/>
              <a:gd name="connisteX5" fmla="*/ 0 w 7594604"/>
              <a:gd name="connsiteY5" fmla="*/ 5029200 h 5029200"/>
              <a:gd name="connisteX6" fmla="*/ 0 w 7594604"/>
              <a:gd name="connsiteY6" fmla="*/ 0 h 502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594604" h="5029200">
                <a:moveTo>
                  <a:pt x="0" y="0"/>
                </a:moveTo>
                <a:lnTo>
                  <a:pt x="7391397" y="0"/>
                </a:lnTo>
                <a:cubicBezTo>
                  <a:pt x="7503630" y="0"/>
                  <a:pt x="7594604" y="90974"/>
                  <a:pt x="7594604" y="203198"/>
                </a:cubicBezTo>
                <a:lnTo>
                  <a:pt x="7594604" y="4826002"/>
                </a:lnTo>
                <a:cubicBezTo>
                  <a:pt x="7594604" y="4938226"/>
                  <a:pt x="7503630" y="5029200"/>
                  <a:pt x="7391397" y="5029200"/>
                </a:cubicBezTo>
                <a:lnTo>
                  <a:pt x="0" y="5029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 userDrawn="1">
            <p:custDataLst>
              <p:tags r:id="rId9"/>
            </p:custDataLst>
          </p:nvPr>
        </p:nvSpPr>
        <p:spPr>
          <a:xfrm>
            <a:off x="3037207" y="2438400"/>
            <a:ext cx="1866900" cy="1866900"/>
          </a:xfrm>
          <a:prstGeom prst="ellipse">
            <a:avLst/>
          </a:prstGeom>
          <a:solidFill>
            <a:schemeClr val="accent1"/>
          </a:solidFill>
          <a:ln w="47625">
            <a:solidFill>
              <a:schemeClr val="bg1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3367409" y="2696506"/>
            <a:ext cx="1206496" cy="1350688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6400" b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5184140" y="2205355"/>
            <a:ext cx="5774690" cy="233299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smtClean="0">
                <a:latin typeface="MiSans Demibold" panose="00000700000000000000" charset="-122"/>
                <a:ea typeface="MiSans Medium" panose="00000600000000000000" charset="-122"/>
              </a:rPr>
              <a:t>章节页的标题</a:t>
            </a:r>
            <a:endParaRPr lang="zh-CN" altLang="en-US" smtClean="0">
              <a:latin typeface="MiSans Demibold" panose="00000700000000000000" charset="-122"/>
              <a:ea typeface="MiSans Medium" panose="00000600000000000000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7"/>
            </p:custDataLst>
          </p:nvPr>
        </p:nvSpPr>
        <p:spPr>
          <a:xfrm>
            <a:off x="8864596" y="0"/>
            <a:ext cx="3327400" cy="6858000"/>
          </a:xfrm>
          <a:custGeom>
            <a:avLst/>
            <a:gdLst>
              <a:gd name="connisteX0" fmla="*/ 1758226 w 3327401"/>
              <a:gd name="connsiteY0" fmla="*/ 0 h 6858000"/>
              <a:gd name="connisteX1" fmla="*/ 3327401 w 3327401"/>
              <a:gd name="connsiteY1" fmla="*/ 0 h 6858000"/>
              <a:gd name="connisteX2" fmla="*/ 3327401 w 3327401"/>
              <a:gd name="connsiteY2" fmla="*/ 6858000 h 6858000"/>
              <a:gd name="connisteX3" fmla="*/ 0 w 3327401"/>
              <a:gd name="connsiteY3" fmla="*/ 6858000 h 6858000"/>
              <a:gd name="connisteX4" fmla="*/ 1758226 w 3327401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327401" h="6858000">
                <a:moveTo>
                  <a:pt x="1758227" y="0"/>
                </a:moveTo>
                <a:lnTo>
                  <a:pt x="3327401" y="0"/>
                </a:lnTo>
                <a:lnTo>
                  <a:pt x="3327401" y="6858000"/>
                </a:lnTo>
                <a:lnTo>
                  <a:pt x="0" y="6858000"/>
                </a:lnTo>
                <a:lnTo>
                  <a:pt x="175822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8"/>
            </p:custDataLst>
          </p:nvPr>
        </p:nvSpPr>
        <p:spPr>
          <a:xfrm>
            <a:off x="9924203" y="4114800"/>
            <a:ext cx="2267585" cy="2742565"/>
          </a:xfrm>
          <a:custGeom>
            <a:avLst/>
            <a:gdLst>
              <a:gd name="connisteX0" fmla="*/ 2267785 w 2267794"/>
              <a:gd name="connsiteY0" fmla="*/ 195937 h 2743172"/>
              <a:gd name="connisteX1" fmla="*/ 2267785 w 2267794"/>
              <a:gd name="connsiteY1" fmla="*/ 2743172 h 2743172"/>
              <a:gd name="connisteX2" fmla="*/ 502517 w 2267794"/>
              <a:gd name="connsiteY2" fmla="*/ 2743172 h 2743172"/>
              <a:gd name="connisteX3" fmla="*/ 10652 w 2267794"/>
              <a:gd name="connsiteY3" fmla="*/ 924888 h 2743172"/>
              <a:gd name="connisteX4" fmla="*/ 225481 w 2267794"/>
              <a:gd name="connsiteY4" fmla="*/ 551026 h 2743172"/>
              <a:gd name="connisteX5" fmla="*/ 2267785 w 2267794"/>
              <a:gd name="connsiteY5" fmla="*/ 0 h 2743172"/>
              <a:gd name="connisteX6" fmla="*/ 2267785 w 2267794"/>
              <a:gd name="connsiteY6" fmla="*/ 195937 h 274317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267794" h="2743173">
                <a:moveTo>
                  <a:pt x="2267785" y="195938"/>
                </a:moveTo>
                <a:lnTo>
                  <a:pt x="2267785" y="2743173"/>
                </a:lnTo>
                <a:lnTo>
                  <a:pt x="502518" y="2743173"/>
                </a:lnTo>
                <a:lnTo>
                  <a:pt x="10653" y="924888"/>
                </a:lnTo>
                <a:cubicBezTo>
                  <a:pt x="-33330" y="762317"/>
                  <a:pt x="62874" y="594899"/>
                  <a:pt x="225482" y="551027"/>
                </a:cubicBezTo>
                <a:lnTo>
                  <a:pt x="2267785" y="0"/>
                </a:lnTo>
                <a:lnTo>
                  <a:pt x="2267785" y="195938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9"/>
            </p:custDataLst>
          </p:nvPr>
        </p:nvSpPr>
        <p:spPr>
          <a:xfrm>
            <a:off x="10545958" y="4648197"/>
            <a:ext cx="1645920" cy="2210435"/>
          </a:xfrm>
          <a:custGeom>
            <a:avLst/>
            <a:gdLst>
              <a:gd name="connisteX0" fmla="*/ 401430 w 1646038"/>
              <a:gd name="connsiteY0" fmla="*/ 2209803 h 2209803"/>
              <a:gd name="connisteX1" fmla="*/ 1646038 w 1646038"/>
              <a:gd name="connsiteY1" fmla="*/ 2209803 h 2209803"/>
              <a:gd name="connisteX2" fmla="*/ 1646038 w 1646038"/>
              <a:gd name="connsiteY2" fmla="*/ 1591056 h 2209803"/>
              <a:gd name="connisteX3" fmla="*/ 1646038 w 1646038"/>
              <a:gd name="connsiteY3" fmla="*/ 0 h 2209803"/>
              <a:gd name="connisteX4" fmla="*/ 226487 w 1646038"/>
              <a:gd name="connsiteY4" fmla="*/ 377766 h 2209803"/>
              <a:gd name="connisteX5" fmla="*/ 10469 w 1646038"/>
              <a:gd name="connsiteY5" fmla="*/ 751234 h 2209803"/>
              <a:gd name="connisteX6" fmla="*/ 401430 w 1646038"/>
              <a:gd name="connsiteY6" fmla="*/ 2209803 h 22098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46039" h="2209803">
                <a:moveTo>
                  <a:pt x="401431" y="2209803"/>
                </a:moveTo>
                <a:lnTo>
                  <a:pt x="1646039" y="2209803"/>
                </a:lnTo>
                <a:lnTo>
                  <a:pt x="1646039" y="1591056"/>
                </a:lnTo>
                <a:lnTo>
                  <a:pt x="1646039" y="0"/>
                </a:lnTo>
                <a:lnTo>
                  <a:pt x="226488" y="377766"/>
                </a:lnTo>
                <a:cubicBezTo>
                  <a:pt x="63606" y="421109"/>
                  <a:pt x="-33174" y="588426"/>
                  <a:pt x="10470" y="751234"/>
                </a:cubicBezTo>
                <a:lnTo>
                  <a:pt x="401431" y="2209803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10"/>
            </p:custDataLst>
          </p:nvPr>
        </p:nvSpPr>
        <p:spPr>
          <a:xfrm>
            <a:off x="11166827" y="5168920"/>
            <a:ext cx="1024890" cy="1689100"/>
          </a:xfrm>
          <a:custGeom>
            <a:avLst/>
            <a:gdLst>
              <a:gd name="connisteX0" fmla="*/ 1025161 w 1025161"/>
              <a:gd name="connsiteY0" fmla="*/ 1689070 h 1689079"/>
              <a:gd name="connisteX1" fmla="*/ 301258 w 1025161"/>
              <a:gd name="connsiteY1" fmla="*/ 1689070 h 1689079"/>
              <a:gd name="connisteX2" fmla="*/ 10195 w 1025161"/>
              <a:gd name="connsiteY2" fmla="*/ 587950 h 1689079"/>
              <a:gd name="connisteX3" fmla="*/ 225463 w 1025161"/>
              <a:gd name="connsiteY3" fmla="*/ 215780 h 1689079"/>
              <a:gd name="connisteX4" fmla="*/ 1025161 w 1025161"/>
              <a:gd name="connsiteY4" fmla="*/ 0 h 1689079"/>
              <a:gd name="connisteX5" fmla="*/ 1025161 w 1025161"/>
              <a:gd name="connsiteY5" fmla="*/ 1689070 h 16890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025161" h="1689080">
                <a:moveTo>
                  <a:pt x="1025161" y="1689071"/>
                </a:moveTo>
                <a:lnTo>
                  <a:pt x="301258" y="1689071"/>
                </a:lnTo>
                <a:lnTo>
                  <a:pt x="10196" y="587950"/>
                </a:lnTo>
                <a:cubicBezTo>
                  <a:pt x="-32672" y="425800"/>
                  <a:pt x="63533" y="259479"/>
                  <a:pt x="225464" y="215780"/>
                </a:cubicBezTo>
                <a:lnTo>
                  <a:pt x="1025161" y="0"/>
                </a:lnTo>
                <a:lnTo>
                  <a:pt x="1025161" y="168907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>
            <p:custDataLst>
              <p:tags r:id="rId11"/>
            </p:custDataLst>
          </p:nvPr>
        </p:nvSpPr>
        <p:spPr>
          <a:xfrm>
            <a:off x="0" y="6349996"/>
            <a:ext cx="508000" cy="50863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 userDrawn="1">
            <p:custDataLst>
              <p:tags r:id="rId12"/>
            </p:custDataLst>
          </p:nvPr>
        </p:nvSpPr>
        <p:spPr>
          <a:xfrm>
            <a:off x="1015999" y="1945642"/>
            <a:ext cx="1752614" cy="38100"/>
          </a:xfrm>
          <a:custGeom>
            <a:avLst/>
            <a:gdLst>
              <a:gd name="connisteX0" fmla="*/ 0 w 1574797"/>
              <a:gd name="connsiteY0" fmla="*/ 25402 h 50804"/>
              <a:gd name="connisteX1" fmla="*/ 25402 w 1574797"/>
              <a:gd name="connsiteY1" fmla="*/ 0 h 50804"/>
              <a:gd name="connisteX2" fmla="*/ 1549395 w 1574797"/>
              <a:gd name="connsiteY2" fmla="*/ 0 h 50804"/>
              <a:gd name="connisteX3" fmla="*/ 1574797 w 1574797"/>
              <a:gd name="connsiteY3" fmla="*/ 25402 h 50804"/>
              <a:gd name="connisteX4" fmla="*/ 1574797 w 1574797"/>
              <a:gd name="connsiteY4" fmla="*/ 25402 h 50804"/>
              <a:gd name="connisteX5" fmla="*/ 1549395 w 1574797"/>
              <a:gd name="connsiteY5" fmla="*/ 50804 h 50804"/>
              <a:gd name="connisteX6" fmla="*/ 25402 w 1574797"/>
              <a:gd name="connsiteY6" fmla="*/ 50804 h 50804"/>
              <a:gd name="connisteX7" fmla="*/ 0 w 1574797"/>
              <a:gd name="connsiteY7" fmla="*/ 25402 h 50804"/>
              <a:gd name="connisteX8" fmla="*/ 0 w 1574797"/>
              <a:gd name="connsiteY8" fmla="*/ 25402 h 508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74798" h="50804">
                <a:moveTo>
                  <a:pt x="0" y="25402"/>
                </a:moveTo>
                <a:cubicBezTo>
                  <a:pt x="0" y="11375"/>
                  <a:pt x="11375" y="0"/>
                  <a:pt x="25402" y="0"/>
                </a:cubicBezTo>
                <a:lnTo>
                  <a:pt x="1549396" y="0"/>
                </a:lnTo>
                <a:cubicBezTo>
                  <a:pt x="1563432" y="0"/>
                  <a:pt x="1574798" y="11375"/>
                  <a:pt x="1574798" y="25402"/>
                </a:cubicBezTo>
                <a:lnTo>
                  <a:pt x="1574798" y="25402"/>
                </a:lnTo>
                <a:cubicBezTo>
                  <a:pt x="1574798" y="39429"/>
                  <a:pt x="1563432" y="50804"/>
                  <a:pt x="1549396" y="50804"/>
                </a:cubicBezTo>
                <a:lnTo>
                  <a:pt x="25402" y="50804"/>
                </a:lnTo>
                <a:cubicBezTo>
                  <a:pt x="11375" y="50804"/>
                  <a:pt x="0" y="39429"/>
                  <a:pt x="0" y="25402"/>
                </a:cubicBezTo>
                <a:lnTo>
                  <a:pt x="0" y="25402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1015999" y="141223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20XX YEAR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1016000" y="2392680"/>
            <a:ext cx="8572500" cy="2555875"/>
          </a:xfrm>
          <a:noFill/>
        </p:spPr>
        <p:txBody>
          <a:bodyPr lIns="0" tIns="0" rIns="0" bIns="0" anchor="t">
            <a:normAutofit/>
          </a:bodyPr>
          <a:lstStyle>
            <a:lvl1pPr algn="l">
              <a:lnSpc>
                <a:spcPct val="111000"/>
              </a:lnSpc>
              <a:buNone/>
              <a:defRPr sz="6000" b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j-ea"/>
              </a:defRPr>
            </a:lvl1pPr>
          </a:lstStyle>
          <a:p>
            <a:r>
              <a:rPr lang="zh-CN" altLang="en-US" smtClean="0">
                <a:latin typeface="MiSans Demibold" panose="00000700000000000000" charset="-122"/>
                <a:ea typeface="MiSans Medium" panose="00000600000000000000" charset="-122"/>
              </a:rPr>
              <a:t>高校毕业论文答辩
通用模板</a:t>
            </a:r>
            <a:endParaRPr lang="zh-CN" altLang="en-US" smtClean="0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5" hasCustomPrompt="1"/>
            <p:custDataLst>
              <p:tags r:id="rId15"/>
            </p:custDataLst>
          </p:nvPr>
        </p:nvSpPr>
        <p:spPr>
          <a:xfrm>
            <a:off x="1015999" y="532129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BY WPS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flipV="1">
            <a:off x="0" y="0"/>
            <a:ext cx="12191365" cy="3937000"/>
          </a:xfrm>
          <a:custGeom>
            <a:avLst/>
            <a:gdLst>
              <a:gd name="connisteX0" fmla="*/ 0 w 12191996"/>
              <a:gd name="connsiteY0" fmla="*/ 0 h 3937004"/>
              <a:gd name="connisteX1" fmla="*/ 12191996 w 12191996"/>
              <a:gd name="connsiteY1" fmla="*/ 1252682 h 3937004"/>
              <a:gd name="connisteX2" fmla="*/ 12191996 w 12191996"/>
              <a:gd name="connsiteY2" fmla="*/ 3937004 h 3937004"/>
              <a:gd name="connisteX3" fmla="*/ 0 w 12191996"/>
              <a:gd name="connsiteY3" fmla="*/ 3937004 h 3937004"/>
              <a:gd name="connisteX4" fmla="*/ 0 w 12191996"/>
              <a:gd name="connsiteY4" fmla="*/ 0 h 3937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2191997" h="3937004">
                <a:moveTo>
                  <a:pt x="0" y="0"/>
                </a:moveTo>
                <a:lnTo>
                  <a:pt x="12191997" y="1252682"/>
                </a:lnTo>
                <a:lnTo>
                  <a:pt x="12191997" y="3937004"/>
                </a:lnTo>
                <a:lnTo>
                  <a:pt x="0" y="39370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>
            <p:custDataLst>
              <p:tags r:id="rId3"/>
            </p:custDataLst>
          </p:nvPr>
        </p:nvSpPr>
        <p:spPr>
          <a:xfrm>
            <a:off x="7313015" y="27"/>
            <a:ext cx="4612640" cy="2362200"/>
          </a:xfrm>
          <a:custGeom>
            <a:avLst/>
            <a:gdLst>
              <a:gd name="connisteX0" fmla="*/ 4612325 w 4612315"/>
              <a:gd name="connsiteY0" fmla="*/ 0 h 2362379"/>
              <a:gd name="connisteX1" fmla="*/ 3339745 w 4612315"/>
              <a:gd name="connsiteY1" fmla="*/ 2209647 h 2362379"/>
              <a:gd name="connisteX2" fmla="*/ 2923208 w 4612315"/>
              <a:gd name="connsiteY2" fmla="*/ 2321497 h 2362379"/>
              <a:gd name="connisteX3" fmla="*/ 152448 w 4612315"/>
              <a:gd name="connsiteY3" fmla="*/ 721790 h 2362379"/>
              <a:gd name="connisteX4" fmla="*/ 41221 w 4612315"/>
              <a:gd name="connsiteY4" fmla="*/ 304842 h 2362379"/>
              <a:gd name="connisteX5" fmla="*/ 218120 w 4612315"/>
              <a:gd name="connsiteY5" fmla="*/ 0 h 2362379"/>
              <a:gd name="connisteX6" fmla="*/ 4612325 w 4612315"/>
              <a:gd name="connsiteY6" fmla="*/ 0 h 23623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12316" h="2362380">
                <a:moveTo>
                  <a:pt x="4612325" y="0"/>
                </a:moveTo>
                <a:lnTo>
                  <a:pt x="3339745" y="2209648"/>
                </a:lnTo>
                <a:cubicBezTo>
                  <a:pt x="3255666" y="2355632"/>
                  <a:pt x="3069110" y="2405722"/>
                  <a:pt x="2923209" y="2321497"/>
                </a:cubicBezTo>
                <a:lnTo>
                  <a:pt x="152449" y="721791"/>
                </a:lnTo>
                <a:cubicBezTo>
                  <a:pt x="6437" y="637492"/>
                  <a:pt x="-43397" y="450671"/>
                  <a:pt x="41221" y="304843"/>
                </a:cubicBezTo>
                <a:lnTo>
                  <a:pt x="218121" y="0"/>
                </a:lnTo>
                <a:lnTo>
                  <a:pt x="4612325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4"/>
            </p:custDataLst>
          </p:nvPr>
        </p:nvSpPr>
        <p:spPr>
          <a:xfrm>
            <a:off x="8006011" y="27"/>
            <a:ext cx="3335655" cy="1668145"/>
          </a:xfrm>
          <a:custGeom>
            <a:avLst/>
            <a:gdLst>
              <a:gd name="connisteX0" fmla="*/ 3335118 w 3335127"/>
              <a:gd name="connsiteY0" fmla="*/ 0 h 1668523"/>
              <a:gd name="connisteX1" fmla="*/ 2460879 w 3335127"/>
              <a:gd name="connsiteY1" fmla="*/ 1515947 h 1668523"/>
              <a:gd name="connisteX2" fmla="*/ 2044442 w 3335127"/>
              <a:gd name="connsiteY2" fmla="*/ 1627632 h 1668523"/>
              <a:gd name="connisteX3" fmla="*/ 152448 w 3335127"/>
              <a:gd name="connsiteY3" fmla="*/ 535298 h 1668523"/>
              <a:gd name="connisteX4" fmla="*/ 40672 w 3335127"/>
              <a:gd name="connsiteY4" fmla="*/ 119301 h 1668523"/>
              <a:gd name="connisteX5" fmla="*/ 109325 w 3335127"/>
              <a:gd name="connsiteY5" fmla="*/ 0 h 1668523"/>
              <a:gd name="connisteX6" fmla="*/ 3335118 w 3335127"/>
              <a:gd name="connsiteY6" fmla="*/ 0 h 166852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335128" h="1668524">
                <a:moveTo>
                  <a:pt x="3335119" y="0"/>
                </a:moveTo>
                <a:lnTo>
                  <a:pt x="2460879" y="1515947"/>
                </a:lnTo>
                <a:cubicBezTo>
                  <a:pt x="2376754" y="1661821"/>
                  <a:pt x="2190281" y="1711830"/>
                  <a:pt x="2044443" y="1627632"/>
                </a:cubicBezTo>
                <a:lnTo>
                  <a:pt x="152449" y="535299"/>
                </a:lnTo>
                <a:cubicBezTo>
                  <a:pt x="6812" y="451211"/>
                  <a:pt x="-43205" y="265057"/>
                  <a:pt x="40673" y="119302"/>
                </a:cubicBezTo>
                <a:lnTo>
                  <a:pt x="109326" y="0"/>
                </a:lnTo>
                <a:lnTo>
                  <a:pt x="3335119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5"/>
            </p:custDataLst>
          </p:nvPr>
        </p:nvSpPr>
        <p:spPr>
          <a:xfrm>
            <a:off x="8677967" y="0"/>
            <a:ext cx="2078355" cy="974725"/>
          </a:xfrm>
          <a:custGeom>
            <a:avLst/>
            <a:gdLst>
              <a:gd name="connisteX0" fmla="*/ 1603107 w 2078924"/>
              <a:gd name="connsiteY0" fmla="*/ 822566 h 974805"/>
              <a:gd name="connisteX1" fmla="*/ 2078924 w 2078924"/>
              <a:gd name="connsiteY1" fmla="*/ 0 h 974805"/>
              <a:gd name="connisteX2" fmla="*/ 1025024 w 2078924"/>
              <a:gd name="connsiteY2" fmla="*/ 0 h 974805"/>
              <a:gd name="connisteX3" fmla="*/ 34235 w 2078924"/>
              <a:gd name="connsiteY3" fmla="*/ 27 h 974805"/>
              <a:gd name="connisteX4" fmla="*/ 112260 w 2078924"/>
              <a:gd name="connsiteY4" fmla="*/ 313492 h 974805"/>
              <a:gd name="connisteX5" fmla="*/ 1186863 w 2078924"/>
              <a:gd name="connsiteY5" fmla="*/ 933913 h 974805"/>
              <a:gd name="connisteX6" fmla="*/ 1603107 w 2078924"/>
              <a:gd name="connsiteY6" fmla="*/ 822566 h 9748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078925" h="974805">
                <a:moveTo>
                  <a:pt x="1603108" y="822567"/>
                </a:moveTo>
                <a:lnTo>
                  <a:pt x="2078925" y="0"/>
                </a:lnTo>
                <a:lnTo>
                  <a:pt x="1025024" y="0"/>
                </a:lnTo>
                <a:lnTo>
                  <a:pt x="34235" y="27"/>
                </a:lnTo>
                <a:cubicBezTo>
                  <a:pt x="-33202" y="107753"/>
                  <a:pt x="2185" y="249942"/>
                  <a:pt x="112261" y="313493"/>
                </a:cubicBezTo>
                <a:lnTo>
                  <a:pt x="1186864" y="933913"/>
                </a:lnTo>
                <a:cubicBezTo>
                  <a:pt x="1332564" y="1018029"/>
                  <a:pt x="1518855" y="968194"/>
                  <a:pt x="1603108" y="822567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C:/Users/Administrator/Downloads/123.png12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l="9" r="9"/>
          <a:stretch>
            <a:fillRect/>
          </a:stretch>
        </p:blipFill>
        <p:spPr>
          <a:xfrm>
            <a:off x="609600" y="913765"/>
            <a:ext cx="3377565" cy="5029200"/>
          </a:xfrm>
          <a:prstGeom prst="rect">
            <a:avLst/>
          </a:prstGeom>
        </p:spPr>
      </p:pic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3987799" y="914397"/>
            <a:ext cx="7595235" cy="5029200"/>
          </a:xfrm>
          <a:custGeom>
            <a:avLst/>
            <a:gdLst>
              <a:gd name="connisteX0" fmla="*/ 0 w 7594604"/>
              <a:gd name="connsiteY0" fmla="*/ 0 h 5029200"/>
              <a:gd name="connisteX1" fmla="*/ 7391396 w 7594604"/>
              <a:gd name="connsiteY1" fmla="*/ 0 h 5029200"/>
              <a:gd name="connisteX2" fmla="*/ 7594604 w 7594604"/>
              <a:gd name="connsiteY2" fmla="*/ 203197 h 5029200"/>
              <a:gd name="connisteX3" fmla="*/ 7594604 w 7594604"/>
              <a:gd name="connsiteY3" fmla="*/ 4826002 h 5029200"/>
              <a:gd name="connisteX4" fmla="*/ 7391396 w 7594604"/>
              <a:gd name="connsiteY4" fmla="*/ 5029200 h 5029200"/>
              <a:gd name="connisteX5" fmla="*/ 0 w 7594604"/>
              <a:gd name="connsiteY5" fmla="*/ 5029200 h 5029200"/>
              <a:gd name="connisteX6" fmla="*/ 0 w 7594604"/>
              <a:gd name="connsiteY6" fmla="*/ 0 h 502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594604" h="5029200">
                <a:moveTo>
                  <a:pt x="0" y="0"/>
                </a:moveTo>
                <a:lnTo>
                  <a:pt x="7391397" y="0"/>
                </a:lnTo>
                <a:cubicBezTo>
                  <a:pt x="7503630" y="0"/>
                  <a:pt x="7594604" y="90974"/>
                  <a:pt x="7594604" y="203198"/>
                </a:cubicBezTo>
                <a:lnTo>
                  <a:pt x="7594604" y="4826002"/>
                </a:lnTo>
                <a:cubicBezTo>
                  <a:pt x="7594604" y="4938226"/>
                  <a:pt x="7503630" y="5029200"/>
                  <a:pt x="7391397" y="5029200"/>
                </a:cubicBezTo>
                <a:lnTo>
                  <a:pt x="0" y="5029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9"/>
            </p:custDataLst>
          </p:nvPr>
        </p:nvSpPr>
        <p:spPr>
          <a:xfrm>
            <a:off x="3037207" y="2438400"/>
            <a:ext cx="1866900" cy="1866900"/>
          </a:xfrm>
          <a:prstGeom prst="ellipse">
            <a:avLst/>
          </a:prstGeom>
          <a:solidFill>
            <a:schemeClr val="accent1"/>
          </a:solidFill>
          <a:ln w="47625">
            <a:solidFill>
              <a:schemeClr val="bg1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3367409" y="2696506"/>
            <a:ext cx="1206496" cy="1350688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6400" b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标题 14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5184140" y="2205355"/>
            <a:ext cx="5774690" cy="233299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11684002" y="0"/>
            <a:ext cx="508000" cy="5080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6096000" cy="6858000"/>
          </a:xfrm>
          <a:custGeom>
            <a:avLst/>
            <a:gdLst>
              <a:gd name="connisteX0" fmla="*/ 0 w 6096003"/>
              <a:gd name="connsiteY0" fmla="*/ 0 h 6858000"/>
              <a:gd name="connisteX1" fmla="*/ 6096003 w 6096003"/>
              <a:gd name="connsiteY1" fmla="*/ 0 h 6858000"/>
              <a:gd name="connisteX2" fmla="*/ 4310060 w 6096003"/>
              <a:gd name="connsiteY2" fmla="*/ 6858000 h 6858000"/>
              <a:gd name="connisteX3" fmla="*/ 0 w 6096003"/>
              <a:gd name="connsiteY3" fmla="*/ 6858000 h 6858000"/>
              <a:gd name="connisteX4" fmla="*/ 0 w 6096003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03" h="6858000">
                <a:moveTo>
                  <a:pt x="0" y="0"/>
                </a:moveTo>
                <a:lnTo>
                  <a:pt x="6096003" y="0"/>
                </a:lnTo>
                <a:lnTo>
                  <a:pt x="431006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0" y="4114772"/>
            <a:ext cx="3077210" cy="2743200"/>
          </a:xfrm>
          <a:custGeom>
            <a:avLst/>
            <a:gdLst>
              <a:gd name="connisteX0" fmla="*/ 2930487 w 3077358"/>
              <a:gd name="connsiteY0" fmla="*/ 1776020 h 2743209"/>
              <a:gd name="connisteX1" fmla="*/ 3036722 w 3077358"/>
              <a:gd name="connsiteY1" fmla="*/ 2188652 h 2743209"/>
              <a:gd name="connisteX2" fmla="*/ 2717770 w 3077358"/>
              <a:gd name="connsiteY2" fmla="*/ 2743209 h 2743209"/>
              <a:gd name="connisteX3" fmla="*/ 0 w 3077358"/>
              <a:gd name="connsiteY3" fmla="*/ 2743209 h 2743209"/>
              <a:gd name="connisteX4" fmla="*/ 0 w 3077358"/>
              <a:gd name="connsiteY4" fmla="*/ 0 h 2743209"/>
              <a:gd name="connisteX5" fmla="*/ 2930487 w 3077358"/>
              <a:gd name="connsiteY5" fmla="*/ 1776020 h 27432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077358" h="2743209">
                <a:moveTo>
                  <a:pt x="2930487" y="1776021"/>
                </a:moveTo>
                <a:cubicBezTo>
                  <a:pt x="3072119" y="1861856"/>
                  <a:pt x="3119302" y="2045092"/>
                  <a:pt x="3036722" y="2188653"/>
                </a:cubicBezTo>
                <a:lnTo>
                  <a:pt x="2717771" y="2743209"/>
                </a:lnTo>
                <a:lnTo>
                  <a:pt x="0" y="2743209"/>
                </a:lnTo>
                <a:lnTo>
                  <a:pt x="0" y="0"/>
                </a:lnTo>
                <a:lnTo>
                  <a:pt x="2930487" y="177602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 userDrawn="1">
            <p:custDataLst>
              <p:tags r:id="rId9"/>
            </p:custDataLst>
          </p:nvPr>
        </p:nvSpPr>
        <p:spPr>
          <a:xfrm>
            <a:off x="0" y="4904412"/>
            <a:ext cx="2380615" cy="1953895"/>
          </a:xfrm>
          <a:custGeom>
            <a:avLst/>
            <a:gdLst>
              <a:gd name="connisteX0" fmla="*/ 0 w 2381125"/>
              <a:gd name="connsiteY0" fmla="*/ 99422 h 1953597"/>
              <a:gd name="connisteX1" fmla="*/ 0 w 2381125"/>
              <a:gd name="connsiteY1" fmla="*/ 1953588 h 1953597"/>
              <a:gd name="connisteX2" fmla="*/ 2133596 w 2381125"/>
              <a:gd name="connsiteY2" fmla="*/ 1953588 h 1953597"/>
              <a:gd name="connisteX3" fmla="*/ 2341001 w 2381125"/>
              <a:gd name="connsiteY3" fmla="*/ 1590150 h 1953597"/>
              <a:gd name="connisteX4" fmla="*/ 2228676 w 2381125"/>
              <a:gd name="connsiteY4" fmla="*/ 1175113 h 1953597"/>
              <a:gd name="connisteX5" fmla="*/ 231142 w 2381125"/>
              <a:gd name="connsiteY5" fmla="*/ 21845 h 1953597"/>
              <a:gd name="connisteX6" fmla="*/ 0 w 2381125"/>
              <a:gd name="connsiteY6" fmla="*/ 99422 h 19535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81125" h="1953597">
                <a:moveTo>
                  <a:pt x="0" y="99423"/>
                </a:moveTo>
                <a:lnTo>
                  <a:pt x="0" y="1953588"/>
                </a:lnTo>
                <a:lnTo>
                  <a:pt x="2133597" y="1953588"/>
                </a:lnTo>
                <a:lnTo>
                  <a:pt x="2341001" y="1590151"/>
                </a:lnTo>
                <a:cubicBezTo>
                  <a:pt x="2424138" y="1444469"/>
                  <a:pt x="2373938" y="1258982"/>
                  <a:pt x="2228676" y="1175114"/>
                </a:cubicBezTo>
                <a:lnTo>
                  <a:pt x="231142" y="21845"/>
                </a:lnTo>
                <a:cubicBezTo>
                  <a:pt x="146441" y="-27066"/>
                  <a:pt x="38048" y="9318"/>
                  <a:pt x="0" y="99423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 userDrawn="1">
            <p:custDataLst>
              <p:tags r:id="rId10"/>
            </p:custDataLst>
          </p:nvPr>
        </p:nvSpPr>
        <p:spPr>
          <a:xfrm>
            <a:off x="0" y="5638803"/>
            <a:ext cx="1688465" cy="1219200"/>
          </a:xfrm>
          <a:custGeom>
            <a:avLst/>
            <a:gdLst>
              <a:gd name="connisteX0" fmla="*/ 1536932 w 1689097"/>
              <a:gd name="connsiteY0" fmla="*/ 625870 h 1219196"/>
              <a:gd name="connisteX1" fmla="*/ 1646706 w 1689097"/>
              <a:gd name="connsiteY1" fmla="*/ 1043842 h 1219196"/>
              <a:gd name="connisteX2" fmla="*/ 1542949 w 1689097"/>
              <a:gd name="connsiteY2" fmla="*/ 1219196 h 1219196"/>
              <a:gd name="connisteX3" fmla="*/ 0 w 1689097"/>
              <a:gd name="connsiteY3" fmla="*/ 1219196 h 1219196"/>
              <a:gd name="connisteX4" fmla="*/ 0 w 1689097"/>
              <a:gd name="connsiteY4" fmla="*/ 326230 h 1219196"/>
              <a:gd name="connisteX5" fmla="*/ 111291 w 1689097"/>
              <a:gd name="connsiteY5" fmla="*/ 145023 h 1219196"/>
              <a:gd name="connisteX6" fmla="*/ 522707 w 1689097"/>
              <a:gd name="connsiteY6" fmla="*/ 40773 h 1219196"/>
              <a:gd name="connisteX7" fmla="*/ 1536932 w 1689097"/>
              <a:gd name="connsiteY7" fmla="*/ 625870 h 12191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pathLst>
              <a:path w="1689098" h="1219197">
                <a:moveTo>
                  <a:pt x="1536933" y="625870"/>
                </a:moveTo>
                <a:cubicBezTo>
                  <a:pt x="1683511" y="710425"/>
                  <a:pt x="1732843" y="898261"/>
                  <a:pt x="1646706" y="1043842"/>
                </a:cubicBezTo>
                <a:lnTo>
                  <a:pt x="1542949" y="1219197"/>
                </a:lnTo>
                <a:lnTo>
                  <a:pt x="0" y="1219197"/>
                </a:lnTo>
                <a:lnTo>
                  <a:pt x="0" y="326230"/>
                </a:lnTo>
                <a:lnTo>
                  <a:pt x="111292" y="145024"/>
                </a:lnTo>
                <a:cubicBezTo>
                  <a:pt x="197520" y="4645"/>
                  <a:pt x="379951" y="-41587"/>
                  <a:pt x="522708" y="40773"/>
                </a:cubicBezTo>
                <a:lnTo>
                  <a:pt x="1536933" y="62587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副标题 7"/>
          <p:cNvSpPr>
            <a:spLocks noGrp="1"/>
          </p:cNvSpPr>
          <p:nvPr>
            <p:ph type="subTitle" idx="13" hasCustomPrompt="1"/>
            <p:custDataLst>
              <p:tags r:id="rId12"/>
            </p:custDataLst>
          </p:nvPr>
        </p:nvSpPr>
        <p:spPr>
          <a:xfrm>
            <a:off x="6730999" y="2652391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3"/>
            </p:custDataLst>
          </p:nvPr>
        </p:nvSpPr>
        <p:spPr>
          <a:xfrm>
            <a:off x="6603998" y="314959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C:/Users/win10/AppData/Local/Temp/figmazip/slide_61be7466cc40d4ab\datas\氛围图-6002&amp;64584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0" y="0"/>
            <a:ext cx="358140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825502" y="2059302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  <p:custDataLst>
              <p:tags r:id="rId9"/>
            </p:custDataLst>
          </p:nvPr>
        </p:nvSpPr>
        <p:spPr>
          <a:xfrm>
            <a:off x="825502" y="1549396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2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4290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34290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7338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62484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62484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5532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90678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90678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3726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20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背景-装饰背景-并列-57_31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3149600" y="1524000"/>
            <a:ext cx="2794000" cy="2209800"/>
          </a:xfrm>
          <a:custGeom>
            <a:avLst/>
            <a:gdLst>
              <a:gd name="connisteX0" fmla="*/ 0 w 2794000"/>
              <a:gd name="connsiteY0" fmla="*/ 0 h 2209800"/>
              <a:gd name="connisteX1" fmla="*/ 2590800 w 2794000"/>
              <a:gd name="connsiteY1" fmla="*/ 0 h 2209800"/>
              <a:gd name="connisteX2" fmla="*/ 2794000 w 2794000"/>
              <a:gd name="connsiteY2" fmla="*/ 203200 h 2209800"/>
              <a:gd name="connisteX3" fmla="*/ 2794000 w 2794000"/>
              <a:gd name="connsiteY3" fmla="*/ 2006600 h 2209800"/>
              <a:gd name="connisteX4" fmla="*/ 2590800 w 2794000"/>
              <a:gd name="connsiteY4" fmla="*/ 2209800 h 2209800"/>
              <a:gd name="connisteX5" fmla="*/ 0 w 2794000"/>
              <a:gd name="connsiteY5" fmla="*/ 2209800 h 2209800"/>
              <a:gd name="connisteX6" fmla="*/ 0 w 279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0"/>
                </a:moveTo>
                <a:lnTo>
                  <a:pt x="2590800" y="0"/>
                </a:lnTo>
                <a:cubicBezTo>
                  <a:pt x="2703024" y="0"/>
                  <a:pt x="2794000" y="90976"/>
                  <a:pt x="2794000" y="203200"/>
                </a:cubicBezTo>
                <a:lnTo>
                  <a:pt x="2794000" y="2006600"/>
                </a:lnTo>
                <a:cubicBezTo>
                  <a:pt x="2794000" y="2118824"/>
                  <a:pt x="2703024" y="2209800"/>
                  <a:pt x="259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3454400" y="21971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3454400" y="2755900"/>
            <a:ext cx="218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788400" y="1524000"/>
            <a:ext cx="2794000" cy="2209800"/>
          </a:xfrm>
          <a:custGeom>
            <a:avLst/>
            <a:gdLst>
              <a:gd name="connisteX0" fmla="*/ 0 w 2794000"/>
              <a:gd name="connsiteY0" fmla="*/ 0 h 2209800"/>
              <a:gd name="connisteX1" fmla="*/ 2590800 w 2794000"/>
              <a:gd name="connsiteY1" fmla="*/ 0 h 2209800"/>
              <a:gd name="connisteX2" fmla="*/ 2794000 w 2794000"/>
              <a:gd name="connsiteY2" fmla="*/ 203200 h 2209800"/>
              <a:gd name="connisteX3" fmla="*/ 2794000 w 2794000"/>
              <a:gd name="connsiteY3" fmla="*/ 2006600 h 2209800"/>
              <a:gd name="connisteX4" fmla="*/ 2590800 w 2794000"/>
              <a:gd name="connsiteY4" fmla="*/ 2209800 h 2209800"/>
              <a:gd name="connisteX5" fmla="*/ 0 w 2794000"/>
              <a:gd name="connsiteY5" fmla="*/ 2209800 h 2209800"/>
              <a:gd name="connisteX6" fmla="*/ 0 w 279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0"/>
                </a:moveTo>
                <a:lnTo>
                  <a:pt x="2590800" y="0"/>
                </a:lnTo>
                <a:cubicBezTo>
                  <a:pt x="2703024" y="0"/>
                  <a:pt x="2794000" y="90976"/>
                  <a:pt x="2794000" y="203200"/>
                </a:cubicBezTo>
                <a:lnTo>
                  <a:pt x="2794000" y="2006600"/>
                </a:lnTo>
                <a:cubicBezTo>
                  <a:pt x="2794000" y="2118824"/>
                  <a:pt x="2703024" y="2209800"/>
                  <a:pt x="259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62484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9093200" y="21971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9093200" y="2755900"/>
            <a:ext cx="218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3149600" y="4038600"/>
            <a:ext cx="2794000" cy="2209800"/>
          </a:xfrm>
          <a:custGeom>
            <a:avLst/>
            <a:gdLst>
              <a:gd name="connisteX0" fmla="*/ 0 w 2794000"/>
              <a:gd name="connsiteY0" fmla="*/ 0 h 2209800"/>
              <a:gd name="connisteX1" fmla="*/ 2590800 w 2794000"/>
              <a:gd name="connsiteY1" fmla="*/ 0 h 2209800"/>
              <a:gd name="connisteX2" fmla="*/ 2794000 w 2794000"/>
              <a:gd name="connsiteY2" fmla="*/ 203200 h 2209800"/>
              <a:gd name="connisteX3" fmla="*/ 2794000 w 2794000"/>
              <a:gd name="connsiteY3" fmla="*/ 2006600 h 2209800"/>
              <a:gd name="connisteX4" fmla="*/ 2590800 w 2794000"/>
              <a:gd name="connsiteY4" fmla="*/ 2209800 h 2209800"/>
              <a:gd name="connisteX5" fmla="*/ 0 w 2794000"/>
              <a:gd name="connsiteY5" fmla="*/ 2209800 h 2209800"/>
              <a:gd name="connisteX6" fmla="*/ 0 w 279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0"/>
                </a:moveTo>
                <a:lnTo>
                  <a:pt x="2590800" y="0"/>
                </a:lnTo>
                <a:cubicBezTo>
                  <a:pt x="2703024" y="0"/>
                  <a:pt x="2794000" y="90976"/>
                  <a:pt x="2794000" y="203200"/>
                </a:cubicBezTo>
                <a:lnTo>
                  <a:pt x="2794000" y="2006600"/>
                </a:lnTo>
                <a:cubicBezTo>
                  <a:pt x="2794000" y="2118824"/>
                  <a:pt x="2703024" y="2209800"/>
                  <a:pt x="259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3454400" y="47117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3454400" y="5270500"/>
            <a:ext cx="218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8788400" y="4038600"/>
            <a:ext cx="2794000" cy="2209800"/>
          </a:xfrm>
          <a:custGeom>
            <a:avLst/>
            <a:gdLst>
              <a:gd name="connisteX0" fmla="*/ 0 w 2794000"/>
              <a:gd name="connsiteY0" fmla="*/ 0 h 2209800"/>
              <a:gd name="connisteX1" fmla="*/ 2590800 w 2794000"/>
              <a:gd name="connsiteY1" fmla="*/ 0 h 2209800"/>
              <a:gd name="connisteX2" fmla="*/ 2794000 w 2794000"/>
              <a:gd name="connsiteY2" fmla="*/ 203200 h 2209800"/>
              <a:gd name="connisteX3" fmla="*/ 2794000 w 2794000"/>
              <a:gd name="connsiteY3" fmla="*/ 2006600 h 2209800"/>
              <a:gd name="connisteX4" fmla="*/ 2590800 w 2794000"/>
              <a:gd name="connsiteY4" fmla="*/ 2209800 h 2209800"/>
              <a:gd name="connisteX5" fmla="*/ 0 w 2794000"/>
              <a:gd name="connsiteY5" fmla="*/ 2209800 h 2209800"/>
              <a:gd name="connisteX6" fmla="*/ 0 w 279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794000" h="2209800">
                <a:moveTo>
                  <a:pt x="0" y="0"/>
                </a:moveTo>
                <a:lnTo>
                  <a:pt x="2590800" y="0"/>
                </a:lnTo>
                <a:cubicBezTo>
                  <a:pt x="2703024" y="0"/>
                  <a:pt x="2794000" y="90976"/>
                  <a:pt x="2794000" y="203200"/>
                </a:cubicBezTo>
                <a:lnTo>
                  <a:pt x="2794000" y="2006600"/>
                </a:lnTo>
                <a:cubicBezTo>
                  <a:pt x="2794000" y="2118824"/>
                  <a:pt x="2703024" y="2209800"/>
                  <a:pt x="259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62484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9093200" y="4711700"/>
            <a:ext cx="218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9093200" y="5270500"/>
            <a:ext cx="2184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3581400" cy="4724400"/>
          </a:xfrm>
          <a:custGeom>
            <a:avLst/>
            <a:gdLst>
              <a:gd name="connisteX0" fmla="*/ 0 w 3581400"/>
              <a:gd name="connsiteY0" fmla="*/ 203200 h 4724400"/>
              <a:gd name="connisteX1" fmla="*/ 203200 w 3581400"/>
              <a:gd name="connsiteY1" fmla="*/ 0 h 4724400"/>
              <a:gd name="connisteX2" fmla="*/ 3581400 w 3581400"/>
              <a:gd name="connsiteY2" fmla="*/ 0 h 4724400"/>
              <a:gd name="connisteX3" fmla="*/ 3581400 w 3581400"/>
              <a:gd name="connsiteY3" fmla="*/ 4724400 h 4724400"/>
              <a:gd name="connisteX4" fmla="*/ 203200 w 3581400"/>
              <a:gd name="connsiteY4" fmla="*/ 4724400 h 4724400"/>
              <a:gd name="connisteX5" fmla="*/ 0 w 3581400"/>
              <a:gd name="connsiteY5" fmla="*/ 4521200 h 4724400"/>
              <a:gd name="connisteX6" fmla="*/ 0 w 3581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81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81400" y="0"/>
                </a:lnTo>
                <a:lnTo>
                  <a:pt x="3581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4191000" y="1524000"/>
            <a:ext cx="7391400" cy="4724400"/>
          </a:xfrm>
          <a:custGeom>
            <a:avLst/>
            <a:gdLst>
              <a:gd name="connisteX0" fmla="*/ 0 w 7391400"/>
              <a:gd name="connsiteY0" fmla="*/ 0 h 4724400"/>
              <a:gd name="connisteX1" fmla="*/ 7188200 w 7391400"/>
              <a:gd name="connsiteY1" fmla="*/ 0 h 4724400"/>
              <a:gd name="connisteX2" fmla="*/ 7391400 w 7391400"/>
              <a:gd name="connsiteY2" fmla="*/ 203200 h 4724400"/>
              <a:gd name="connisteX3" fmla="*/ 7391400 w 7391400"/>
              <a:gd name="connsiteY3" fmla="*/ 4521200 h 4724400"/>
              <a:gd name="connisteX4" fmla="*/ 7188200 w 7391400"/>
              <a:gd name="connsiteY4" fmla="*/ 4724400 h 4724400"/>
              <a:gd name="connisteX5" fmla="*/ 0 w 7391400"/>
              <a:gd name="connsiteY5" fmla="*/ 4724400 h 4724400"/>
              <a:gd name="connisteX6" fmla="*/ 0 w 7391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391400" h="4724400">
                <a:moveTo>
                  <a:pt x="0" y="0"/>
                </a:moveTo>
                <a:lnTo>
                  <a:pt x="7188200" y="0"/>
                </a:lnTo>
                <a:cubicBezTo>
                  <a:pt x="7300424" y="0"/>
                  <a:pt x="7391400" y="90976"/>
                  <a:pt x="7391400" y="203200"/>
                </a:cubicBezTo>
                <a:lnTo>
                  <a:pt x="7391400" y="4521200"/>
                </a:lnTo>
                <a:cubicBezTo>
                  <a:pt x="7391400" y="4633424"/>
                  <a:pt x="7300424" y="4724400"/>
                  <a:pt x="7188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648200" y="21082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648200" y="26670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48200" y="4191000"/>
            <a:ext cx="6477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48200" y="4749800"/>
            <a:ext cx="6477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9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2438400" y="2260600"/>
            <a:ext cx="1524000" cy="1524000"/>
          </a:xfrm>
          <a:custGeom>
            <a:avLst/>
            <a:gdLst>
              <a:gd name="connisteX0" fmla="*/ 0 w 1524000"/>
              <a:gd name="connsiteY0" fmla="*/ 304800 h 1524000"/>
              <a:gd name="connisteX1" fmla="*/ 304800 w 1524000"/>
              <a:gd name="connsiteY1" fmla="*/ 0 h 1524000"/>
              <a:gd name="connisteX2" fmla="*/ 1219200 w 1524000"/>
              <a:gd name="connsiteY2" fmla="*/ 0 h 1524000"/>
              <a:gd name="connisteX3" fmla="*/ 1524000 w 1524000"/>
              <a:gd name="connsiteY3" fmla="*/ 304800 h 1524000"/>
              <a:gd name="connisteX4" fmla="*/ 1524000 w 1524000"/>
              <a:gd name="connsiteY4" fmla="*/ 1219200 h 1524000"/>
              <a:gd name="connisteX5" fmla="*/ 1219200 w 1524000"/>
              <a:gd name="connsiteY5" fmla="*/ 1524000 h 1524000"/>
              <a:gd name="connisteX6" fmla="*/ 304800 w 1524000"/>
              <a:gd name="connsiteY6" fmla="*/ 1524000 h 1524000"/>
              <a:gd name="connisteX7" fmla="*/ 0 w 1524000"/>
              <a:gd name="connsiteY7" fmla="*/ 1219200 h 1524000"/>
              <a:gd name="connisteX8" fmla="*/ 0 w 1524000"/>
              <a:gd name="connsiteY8" fmla="*/ 3048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219200" y="0"/>
                </a:lnTo>
                <a:cubicBezTo>
                  <a:pt x="1387536" y="0"/>
                  <a:pt x="1524000" y="136464"/>
                  <a:pt x="1524000" y="304800"/>
                </a:cubicBezTo>
                <a:lnTo>
                  <a:pt x="1524000" y="1219200"/>
                </a:lnTo>
                <a:cubicBezTo>
                  <a:pt x="1524000" y="1387536"/>
                  <a:pt x="1387536" y="1524000"/>
                  <a:pt x="1219200" y="1524000"/>
                </a:cubicBezTo>
                <a:lnTo>
                  <a:pt x="304800" y="1524000"/>
                </a:lnTo>
                <a:cubicBezTo>
                  <a:pt x="136464" y="1524000"/>
                  <a:pt x="0" y="1387536"/>
                  <a:pt x="0" y="12192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2749550" y="2641600"/>
            <a:ext cx="901700" cy="762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60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4038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5974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8229600" y="2260600"/>
            <a:ext cx="1524000" cy="1524000"/>
          </a:xfrm>
          <a:custGeom>
            <a:avLst/>
            <a:gdLst>
              <a:gd name="connisteX0" fmla="*/ 0 w 1524000"/>
              <a:gd name="connsiteY0" fmla="*/ 304800 h 1524000"/>
              <a:gd name="connisteX1" fmla="*/ 304800 w 1524000"/>
              <a:gd name="connsiteY1" fmla="*/ 0 h 1524000"/>
              <a:gd name="connisteX2" fmla="*/ 1219200 w 1524000"/>
              <a:gd name="connsiteY2" fmla="*/ 0 h 1524000"/>
              <a:gd name="connisteX3" fmla="*/ 1524000 w 1524000"/>
              <a:gd name="connsiteY3" fmla="*/ 304800 h 1524000"/>
              <a:gd name="connisteX4" fmla="*/ 1524000 w 1524000"/>
              <a:gd name="connsiteY4" fmla="*/ 1219200 h 1524000"/>
              <a:gd name="connisteX5" fmla="*/ 1219200 w 1524000"/>
              <a:gd name="connsiteY5" fmla="*/ 1524000 h 1524000"/>
              <a:gd name="connisteX6" fmla="*/ 304800 w 1524000"/>
              <a:gd name="connsiteY6" fmla="*/ 1524000 h 1524000"/>
              <a:gd name="connisteX7" fmla="*/ 0 w 1524000"/>
              <a:gd name="connsiteY7" fmla="*/ 1219200 h 1524000"/>
              <a:gd name="connisteX8" fmla="*/ 0 w 1524000"/>
              <a:gd name="connsiteY8" fmla="*/ 3048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1219200" y="0"/>
                </a:lnTo>
                <a:cubicBezTo>
                  <a:pt x="1387536" y="0"/>
                  <a:pt x="1524000" y="136464"/>
                  <a:pt x="1524000" y="304800"/>
                </a:cubicBezTo>
                <a:lnTo>
                  <a:pt x="1524000" y="1219200"/>
                </a:lnTo>
                <a:cubicBezTo>
                  <a:pt x="1524000" y="1387536"/>
                  <a:pt x="1387536" y="1524000"/>
                  <a:pt x="1219200" y="1524000"/>
                </a:cubicBezTo>
                <a:lnTo>
                  <a:pt x="304800" y="1524000"/>
                </a:lnTo>
                <a:cubicBezTo>
                  <a:pt x="136464" y="1524000"/>
                  <a:pt x="0" y="1387536"/>
                  <a:pt x="0" y="12192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540750" y="2641600"/>
            <a:ext cx="901700" cy="762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60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400800" y="4038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400800" y="45974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5_35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28650" y="2057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574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1574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343650" y="2057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7289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289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628650" y="4191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7" hasCustomPrompt="1"/>
            <p:custDataLst>
              <p:tags r:id="rId15"/>
            </p:custDataLst>
          </p:nvPr>
        </p:nvSpPr>
        <p:spPr>
          <a:xfrm>
            <a:off x="6343650" y="41910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04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 hasCustomPrompt="1"/>
            <p:custDataLst>
              <p:tags r:id="rId16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6" hasCustomPrompt="1"/>
            <p:custDataLst>
              <p:tags r:id="rId17"/>
            </p:custDataLst>
          </p:nvPr>
        </p:nvSpPr>
        <p:spPr>
          <a:xfrm>
            <a:off x="7289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914400" y="1828800"/>
            <a:ext cx="47244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26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553200" y="1828800"/>
            <a:ext cx="4724400" cy="2133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426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387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2946400"/>
            <a:ext cx="51816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400800" y="2387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400800" y="2946400"/>
            <a:ext cx="51816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无-默认位置-并列-3_35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6764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7"/>
            </p:custDataLst>
          </p:nvPr>
        </p:nvSpPr>
        <p:spPr>
          <a:xfrm>
            <a:off x="751840" y="18186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422400" y="16764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422400" y="21336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6324600" y="16764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6" hasCustomPrompt="1"/>
            <p:custDataLst>
              <p:tags r:id="rId11"/>
            </p:custDataLst>
          </p:nvPr>
        </p:nvSpPr>
        <p:spPr>
          <a:xfrm>
            <a:off x="6466840" y="18186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7137400" y="16764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7137400" y="21336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609600" y="41148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8" hasCustomPrompt="1"/>
            <p:custDataLst>
              <p:tags r:id="rId15"/>
            </p:custDataLst>
          </p:nvPr>
        </p:nvSpPr>
        <p:spPr>
          <a:xfrm>
            <a:off x="751840" y="42570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1422400" y="4114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1422400" y="45720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6324600" y="4114800"/>
            <a:ext cx="609600" cy="609600"/>
          </a:xfrm>
          <a:custGeom>
            <a:avLst/>
            <a:gdLst>
              <a:gd name="connisteX0" fmla="*/ 0 w 609600"/>
              <a:gd name="connsiteY0" fmla="*/ 304800 h 609600"/>
              <a:gd name="connisteX1" fmla="*/ 304800 w 609600"/>
              <a:gd name="connsiteY1" fmla="*/ 0 h 609600"/>
              <a:gd name="connisteX2" fmla="*/ 304800 w 609600"/>
              <a:gd name="connsiteY2" fmla="*/ 0 h 609600"/>
              <a:gd name="connisteX3" fmla="*/ 609600 w 609600"/>
              <a:gd name="connsiteY3" fmla="*/ 304800 h 609600"/>
              <a:gd name="connisteX4" fmla="*/ 609600 w 609600"/>
              <a:gd name="connsiteY4" fmla="*/ 304800 h 609600"/>
              <a:gd name="connisteX5" fmla="*/ 304800 w 609600"/>
              <a:gd name="connsiteY5" fmla="*/ 609600 h 609600"/>
              <a:gd name="connisteX6" fmla="*/ 304800 w 609600"/>
              <a:gd name="connsiteY6" fmla="*/ 609600 h 609600"/>
              <a:gd name="connisteX7" fmla="*/ 0 w 609600"/>
              <a:gd name="connsiteY7" fmla="*/ 304800 h 609600"/>
              <a:gd name="connisteX8" fmla="*/ 0 w 609600"/>
              <a:gd name="connsiteY8" fmla="*/ 3048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304800" y="0"/>
                </a:lnTo>
                <a:cubicBezTo>
                  <a:pt x="473136" y="0"/>
                  <a:pt x="609600" y="136464"/>
                  <a:pt x="609600" y="304800"/>
                </a:cubicBezTo>
                <a:lnTo>
                  <a:pt x="609600" y="304800"/>
                </a:lnTo>
                <a:cubicBezTo>
                  <a:pt x="609600" y="473136"/>
                  <a:pt x="473136" y="609600"/>
                  <a:pt x="304800" y="609600"/>
                </a:cubicBezTo>
                <a:lnTo>
                  <a:pt x="304800" y="609600"/>
                </a:lnTo>
                <a:cubicBezTo>
                  <a:pt x="136464" y="609600"/>
                  <a:pt x="0" y="473136"/>
                  <a:pt x="0" y="3048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图片占位符 24"/>
          <p:cNvSpPr>
            <a:spLocks noGrp="1"/>
          </p:cNvSpPr>
          <p:nvPr>
            <p:ph type="pic" idx="16400" hasCustomPrompt="1"/>
            <p:custDataLst>
              <p:tags r:id="rId19"/>
            </p:custDataLst>
          </p:nvPr>
        </p:nvSpPr>
        <p:spPr>
          <a:xfrm>
            <a:off x="6466840" y="4257040"/>
            <a:ext cx="325120" cy="32512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7137400" y="4114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7137400" y="4572000"/>
            <a:ext cx="44450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颜色错位-并列-32_34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9144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11277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20828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20828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399" hasCustomPrompt="1"/>
            <p:custDataLst>
              <p:tags r:id="rId12"/>
            </p:custDataLst>
          </p:nvPr>
        </p:nvSpPr>
        <p:spPr>
          <a:xfrm>
            <a:off x="65532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图片占位符 18"/>
          <p:cNvSpPr>
            <a:spLocks noGrp="1"/>
          </p:cNvSpPr>
          <p:nvPr>
            <p:ph type="pic" idx="16397" hasCustomPrompt="1"/>
            <p:custDataLst>
              <p:tags r:id="rId13"/>
            </p:custDataLst>
          </p:nvPr>
        </p:nvSpPr>
        <p:spPr>
          <a:xfrm>
            <a:off x="67665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77216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77216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401" hasCustomPrompt="1"/>
            <p:custDataLst>
              <p:tags r:id="rId16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9144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图片占位符 23"/>
          <p:cNvSpPr>
            <a:spLocks noGrp="1"/>
          </p:cNvSpPr>
          <p:nvPr>
            <p:ph type="pic" idx="16400" hasCustomPrompt="1"/>
            <p:custDataLst>
              <p:tags r:id="rId18"/>
            </p:custDataLst>
          </p:nvPr>
        </p:nvSpPr>
        <p:spPr>
          <a:xfrm>
            <a:off x="11277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20828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20828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7" name="装饰  6"/>
          <p:cNvSpPr>
            <a:spLocks noGrp="1"/>
          </p:cNvSpPr>
          <p:nvPr>
            <p:ph type="body" idx="16404" hasCustomPrompt="1"/>
            <p:custDataLst>
              <p:tags r:id="rId21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8" name="装饰  7"/>
          <p:cNvSpPr>
            <a:spLocks noGrp="1"/>
          </p:cNvSpPr>
          <p:nvPr>
            <p:ph type="body" idx="16405" hasCustomPrompt="1"/>
            <p:custDataLst>
              <p:tags r:id="rId22"/>
            </p:custDataLst>
          </p:nvPr>
        </p:nvSpPr>
        <p:spPr>
          <a:xfrm>
            <a:off x="65532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9" name="图片占位符 28"/>
          <p:cNvSpPr>
            <a:spLocks noGrp="1"/>
          </p:cNvSpPr>
          <p:nvPr>
            <p:ph type="pic" idx="16403" hasCustomPrompt="1"/>
            <p:custDataLst>
              <p:tags r:id="rId23"/>
            </p:custDataLst>
          </p:nvPr>
        </p:nvSpPr>
        <p:spPr>
          <a:xfrm>
            <a:off x="67665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0" name="文本占位符 29"/>
          <p:cNvSpPr>
            <a:spLocks noGrp="1"/>
          </p:cNvSpPr>
          <p:nvPr>
            <p:ph type="body" idx="16392" hasCustomPrompt="1"/>
            <p:custDataLst>
              <p:tags r:id="rId24"/>
            </p:custDataLst>
          </p:nvPr>
        </p:nvSpPr>
        <p:spPr>
          <a:xfrm>
            <a:off x="77216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1" name="文本占位符 30"/>
          <p:cNvSpPr>
            <a:spLocks noGrp="1"/>
          </p:cNvSpPr>
          <p:nvPr>
            <p:ph type="body" idx="16393" hasCustomPrompt="1"/>
            <p:custDataLst>
              <p:tags r:id="rId25"/>
            </p:custDataLst>
          </p:nvPr>
        </p:nvSpPr>
        <p:spPr>
          <a:xfrm>
            <a:off x="77216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40132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5029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4008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2032000"/>
            <a:ext cx="5029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36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6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574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574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9" hasCustomPrompt="1"/>
            <p:custDataLst>
              <p:tags r:id="rId10"/>
            </p:custDataLst>
          </p:nvPr>
        </p:nvSpPr>
        <p:spPr>
          <a:xfrm>
            <a:off x="6324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496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289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7289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609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81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1574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6324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19"/>
            </p:custDataLst>
          </p:nvPr>
        </p:nvSpPr>
        <p:spPr>
          <a:xfrm>
            <a:off x="6496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04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7" name="文本占位符 26"/>
          <p:cNvSpPr>
            <a:spLocks noGrp="1"/>
          </p:cNvSpPr>
          <p:nvPr>
            <p:ph type="body" idx="16396" hasCustomPrompt="1"/>
            <p:custDataLst>
              <p:tags r:id="rId21"/>
            </p:custDataLst>
          </p:nvPr>
        </p:nvSpPr>
        <p:spPr>
          <a:xfrm>
            <a:off x="7289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334000" cy="3251200"/>
          </a:xfrm>
          <a:custGeom>
            <a:avLst/>
            <a:gdLst>
              <a:gd name="connisteX0" fmla="*/ 0 w 5334000"/>
              <a:gd name="connsiteY0" fmla="*/ 203200 h 3251200"/>
              <a:gd name="connisteX1" fmla="*/ 203200 w 5334000"/>
              <a:gd name="connsiteY1" fmla="*/ 0 h 3251200"/>
              <a:gd name="connisteX2" fmla="*/ 5130800 w 5334000"/>
              <a:gd name="connsiteY2" fmla="*/ 0 h 3251200"/>
              <a:gd name="connisteX3" fmla="*/ 5334000 w 5334000"/>
              <a:gd name="connsiteY3" fmla="*/ 203200 h 3251200"/>
              <a:gd name="connisteX4" fmla="*/ 5334000 w 5334000"/>
              <a:gd name="connsiteY4" fmla="*/ 3048000 h 3251200"/>
              <a:gd name="connisteX5" fmla="*/ 5130800 w 5334000"/>
              <a:gd name="connsiteY5" fmla="*/ 3251200 h 3251200"/>
              <a:gd name="connisteX6" fmla="*/ 203200 w 5334000"/>
              <a:gd name="connsiteY6" fmla="*/ 3251200 h 3251200"/>
              <a:gd name="connisteX7" fmla="*/ 0 w 5334000"/>
              <a:gd name="connsiteY7" fmla="*/ 3048000 h 3251200"/>
              <a:gd name="connisteX8" fmla="*/ 0 w 53340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048000"/>
                </a:lnTo>
                <a:cubicBezTo>
                  <a:pt x="5334000" y="3160224"/>
                  <a:pt x="5243024" y="3251200"/>
                  <a:pt x="51308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5080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638800"/>
            <a:ext cx="533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内容占位符 14"/>
          <p:cNvSpPr>
            <a:spLocks noGrp="1"/>
          </p:cNvSpPr>
          <p:nvPr>
            <p:ph idx="16391" hasCustomPrompt="1"/>
            <p:custDataLst>
              <p:tags r:id="rId9"/>
            </p:custDataLst>
          </p:nvPr>
        </p:nvSpPr>
        <p:spPr>
          <a:xfrm>
            <a:off x="6248400" y="1524000"/>
            <a:ext cx="5334000" cy="3251200"/>
          </a:xfrm>
          <a:custGeom>
            <a:avLst/>
            <a:gdLst>
              <a:gd name="connisteX0" fmla="*/ 0 w 5334000"/>
              <a:gd name="connsiteY0" fmla="*/ 203200 h 3251200"/>
              <a:gd name="connisteX1" fmla="*/ 203200 w 5334000"/>
              <a:gd name="connsiteY1" fmla="*/ 0 h 3251200"/>
              <a:gd name="connisteX2" fmla="*/ 5130800 w 5334000"/>
              <a:gd name="connsiteY2" fmla="*/ 0 h 3251200"/>
              <a:gd name="connisteX3" fmla="*/ 5334000 w 5334000"/>
              <a:gd name="connsiteY3" fmla="*/ 203200 h 3251200"/>
              <a:gd name="connisteX4" fmla="*/ 5334000 w 5334000"/>
              <a:gd name="connsiteY4" fmla="*/ 3048000 h 3251200"/>
              <a:gd name="connisteX5" fmla="*/ 5130800 w 5334000"/>
              <a:gd name="connsiteY5" fmla="*/ 3251200 h 3251200"/>
              <a:gd name="connisteX6" fmla="*/ 203200 w 5334000"/>
              <a:gd name="connsiteY6" fmla="*/ 3251200 h 3251200"/>
              <a:gd name="connisteX7" fmla="*/ 0 w 5334000"/>
              <a:gd name="connsiteY7" fmla="*/ 3048000 h 3251200"/>
              <a:gd name="connisteX8" fmla="*/ 0 w 53340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048000"/>
                </a:lnTo>
                <a:cubicBezTo>
                  <a:pt x="5334000" y="3160224"/>
                  <a:pt x="5243024" y="3251200"/>
                  <a:pt x="51308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248400" y="5080000"/>
            <a:ext cx="5334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248400" y="5638800"/>
            <a:ext cx="533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5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3149600"/>
          </a:xfrm>
          <a:custGeom>
            <a:avLst/>
            <a:gdLst>
              <a:gd name="connisteX0" fmla="*/ 0 w 10972800"/>
              <a:gd name="connsiteY0" fmla="*/ 203200 h 3149600"/>
              <a:gd name="connisteX1" fmla="*/ 203200 w 10972800"/>
              <a:gd name="connsiteY1" fmla="*/ 0 h 3149600"/>
              <a:gd name="connisteX2" fmla="*/ 10769600 w 10972800"/>
              <a:gd name="connsiteY2" fmla="*/ 0 h 3149600"/>
              <a:gd name="connisteX3" fmla="*/ 10972800 w 10972800"/>
              <a:gd name="connsiteY3" fmla="*/ 203200 h 3149600"/>
              <a:gd name="connisteX4" fmla="*/ 10972800 w 10972800"/>
              <a:gd name="connsiteY4" fmla="*/ 2946400 h 3149600"/>
              <a:gd name="connisteX5" fmla="*/ 10769600 w 10972800"/>
              <a:gd name="connsiteY5" fmla="*/ 3149600 h 3149600"/>
              <a:gd name="connisteX6" fmla="*/ 203200 w 10972800"/>
              <a:gd name="connsiteY6" fmla="*/ 3149600 h 3149600"/>
              <a:gd name="connisteX7" fmla="*/ 0 w 10972800"/>
              <a:gd name="connsiteY7" fmla="*/ 2946400 h 3149600"/>
              <a:gd name="connisteX8" fmla="*/ 0 w 10972800"/>
              <a:gd name="connsiteY8" fmla="*/ 203200 h 314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14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946400"/>
                </a:lnTo>
                <a:cubicBezTo>
                  <a:pt x="10972800" y="3058624"/>
                  <a:pt x="10881824" y="3149600"/>
                  <a:pt x="10769600" y="3149600"/>
                </a:cubicBezTo>
                <a:lnTo>
                  <a:pt x="203200" y="3149600"/>
                </a:lnTo>
                <a:cubicBezTo>
                  <a:pt x="90976" y="3149600"/>
                  <a:pt x="0" y="3058624"/>
                  <a:pt x="0" y="294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51308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638800"/>
            <a:ext cx="309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51308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638800"/>
            <a:ext cx="309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51308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638800"/>
            <a:ext cx="3098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左内下右表-装饰无-默认位置-并列-61_19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0" y="1524000"/>
            <a:ext cx="5486400" cy="4724400"/>
          </a:xfrm>
          <a:custGeom>
            <a:avLst/>
            <a:gdLst>
              <a:gd name="connisteX0" fmla="*/ 0 w 5486400"/>
              <a:gd name="connsiteY0" fmla="*/ 0 h 4724400"/>
              <a:gd name="connisteX1" fmla="*/ 5283200 w 5486400"/>
              <a:gd name="connsiteY1" fmla="*/ 0 h 4724400"/>
              <a:gd name="connisteX2" fmla="*/ 5486400 w 5486400"/>
              <a:gd name="connsiteY2" fmla="*/ 203200 h 4724400"/>
              <a:gd name="connisteX3" fmla="*/ 5486400 w 5486400"/>
              <a:gd name="connsiteY3" fmla="*/ 4521200 h 4724400"/>
              <a:gd name="connisteX4" fmla="*/ 5283200 w 5486400"/>
              <a:gd name="connsiteY4" fmla="*/ 4724400 h 4724400"/>
              <a:gd name="connisteX5" fmla="*/ 0 w 5486400"/>
              <a:gd name="connsiteY5" fmla="*/ 4724400 h 4724400"/>
              <a:gd name="connisteX6" fmla="*/ 0 w 54864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0"/>
                </a:move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486400 w 5486400"/>
              <a:gd name="connsiteY2" fmla="*/ 0 h 4724400"/>
              <a:gd name="connisteX3" fmla="*/ 5486400 w 5486400"/>
              <a:gd name="connsiteY3" fmla="*/ 4724400 h 4724400"/>
              <a:gd name="connisteX4" fmla="*/ 203200 w 5486400"/>
              <a:gd name="connsiteY4" fmla="*/ 4724400 h 4724400"/>
              <a:gd name="connisteX5" fmla="*/ 0 w 5486400"/>
              <a:gd name="connsiteY5" fmla="*/ 4521200 h 4724400"/>
              <a:gd name="connisteX6" fmla="*/ 0 w 54864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486400" y="0"/>
                </a:lnTo>
                <a:lnTo>
                  <a:pt x="54864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1079500" y="28194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066800" y="4241800"/>
            <a:ext cx="198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066800" y="4749800"/>
            <a:ext cx="1981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3670300" y="2819400"/>
            <a:ext cx="1193800" cy="1016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80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657600" y="4241800"/>
            <a:ext cx="198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3657600" y="4749800"/>
            <a:ext cx="1981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8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0" hasCustomPrompt="1"/>
            <p:custDataLst>
              <p:tags r:id="rId6"/>
            </p:custDataLst>
          </p:nvPr>
        </p:nvSpPr>
        <p:spPr>
          <a:xfrm>
            <a:off x="609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489200" y="22606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489200" y="2768600"/>
            <a:ext cx="909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idx="16391" hasCustomPrompt="1"/>
            <p:custDataLst>
              <p:tags r:id="rId9"/>
            </p:custDataLst>
          </p:nvPr>
        </p:nvSpPr>
        <p:spPr>
          <a:xfrm>
            <a:off x="609600" y="4191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2489200" y="4394200"/>
            <a:ext cx="909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2489200" y="4902200"/>
            <a:ext cx="909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860800"/>
            <a:ext cx="5334000" cy="2387600"/>
          </a:xfrm>
          <a:custGeom>
            <a:avLst/>
            <a:gdLst>
              <a:gd name="connisteX0" fmla="*/ 0 w 5334000"/>
              <a:gd name="connsiteY0" fmla="*/ 0 h 2387600"/>
              <a:gd name="connisteX1" fmla="*/ 5334000 w 5334000"/>
              <a:gd name="connsiteY1" fmla="*/ 0 h 2387600"/>
              <a:gd name="connisteX2" fmla="*/ 5334000 w 5334000"/>
              <a:gd name="connsiteY2" fmla="*/ 2184400 h 2387600"/>
              <a:gd name="connisteX3" fmla="*/ 5130800 w 5334000"/>
              <a:gd name="connsiteY3" fmla="*/ 2387600 h 2387600"/>
              <a:gd name="connisteX4" fmla="*/ 203200 w 5334000"/>
              <a:gd name="connsiteY4" fmla="*/ 2387600 h 2387600"/>
              <a:gd name="connisteX5" fmla="*/ 0 w 5334000"/>
              <a:gd name="connsiteY5" fmla="*/ 2184400 h 2387600"/>
              <a:gd name="connisteX6" fmla="*/ 0 w 53340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0"/>
                </a:moveTo>
                <a:lnTo>
                  <a:pt x="5334000" y="0"/>
                </a:lnTo>
                <a:lnTo>
                  <a:pt x="5334000" y="2184400"/>
                </a:lnTo>
                <a:cubicBezTo>
                  <a:pt x="5334000" y="2296624"/>
                  <a:pt x="5243024" y="2387600"/>
                  <a:pt x="51308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336800"/>
          </a:xfrm>
          <a:custGeom>
            <a:avLst/>
            <a:gdLst>
              <a:gd name="connisteX0" fmla="*/ 0 w 5334000"/>
              <a:gd name="connsiteY0" fmla="*/ 203200 h 2336800"/>
              <a:gd name="connisteX1" fmla="*/ 203200 w 5334000"/>
              <a:gd name="connsiteY1" fmla="*/ 0 h 2336800"/>
              <a:gd name="connisteX2" fmla="*/ 5130800 w 5334000"/>
              <a:gd name="connsiteY2" fmla="*/ 0 h 2336800"/>
              <a:gd name="connisteX3" fmla="*/ 5334000 w 5334000"/>
              <a:gd name="connsiteY3" fmla="*/ 203200 h 2336800"/>
              <a:gd name="connisteX4" fmla="*/ 5334000 w 5334000"/>
              <a:gd name="connsiteY4" fmla="*/ 2336800 h 2336800"/>
              <a:gd name="connisteX5" fmla="*/ 0 w 5334000"/>
              <a:gd name="connsiteY5" fmla="*/ 2336800 h 2336800"/>
              <a:gd name="connisteX6" fmla="*/ 0 w 53340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41656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7244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2387600"/>
          </a:xfrm>
          <a:custGeom>
            <a:avLst/>
            <a:gdLst>
              <a:gd name="connisteX0" fmla="*/ 0 w 5334000"/>
              <a:gd name="connsiteY0" fmla="*/ 203200 h 2387600"/>
              <a:gd name="connisteX1" fmla="*/ 203200 w 5334000"/>
              <a:gd name="connsiteY1" fmla="*/ 0 h 2387600"/>
              <a:gd name="connisteX2" fmla="*/ 5130800 w 5334000"/>
              <a:gd name="connsiteY2" fmla="*/ 0 h 2387600"/>
              <a:gd name="connisteX3" fmla="*/ 5334000 w 5334000"/>
              <a:gd name="connsiteY3" fmla="*/ 203200 h 2387600"/>
              <a:gd name="connisteX4" fmla="*/ 5334000 w 5334000"/>
              <a:gd name="connsiteY4" fmla="*/ 2387600 h 2387600"/>
              <a:gd name="connisteX5" fmla="*/ 0 w 5334000"/>
              <a:gd name="connsiteY5" fmla="*/ 2387600 h 2387600"/>
              <a:gd name="connisteX6" fmla="*/ 0 w 53340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3911600"/>
            <a:ext cx="5334000" cy="2336800"/>
          </a:xfrm>
          <a:custGeom>
            <a:avLst/>
            <a:gdLst>
              <a:gd name="connisteX0" fmla="*/ 0 w 5334000"/>
              <a:gd name="connsiteY0" fmla="*/ 0 h 2336800"/>
              <a:gd name="connisteX1" fmla="*/ 5334000 w 5334000"/>
              <a:gd name="connsiteY1" fmla="*/ 0 h 2336800"/>
              <a:gd name="connisteX2" fmla="*/ 5334000 w 5334000"/>
              <a:gd name="connsiteY2" fmla="*/ 2133600 h 2336800"/>
              <a:gd name="connisteX3" fmla="*/ 5130800 w 5334000"/>
              <a:gd name="connsiteY3" fmla="*/ 2336800 h 2336800"/>
              <a:gd name="connisteX4" fmla="*/ 203200 w 5334000"/>
              <a:gd name="connsiteY4" fmla="*/ 2336800 h 2336800"/>
              <a:gd name="connisteX5" fmla="*/ 0 w 5334000"/>
              <a:gd name="connsiteY5" fmla="*/ 2133600 h 2336800"/>
              <a:gd name="connisteX6" fmla="*/ 0 w 53340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336800">
                <a:moveTo>
                  <a:pt x="0" y="0"/>
                </a:moveTo>
                <a:lnTo>
                  <a:pt x="5334000" y="0"/>
                </a:lnTo>
                <a:lnTo>
                  <a:pt x="5334000" y="2133600"/>
                </a:lnTo>
                <a:cubicBezTo>
                  <a:pt x="5334000" y="2245824"/>
                  <a:pt x="5243024" y="2336800"/>
                  <a:pt x="51308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1828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2387600"/>
            <a:ext cx="472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7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5257800" y="2184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2184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26924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52578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45212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5029200"/>
            <a:ext cx="6172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15240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02400" y="18923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02400" y="2451100"/>
            <a:ext cx="5080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内容占位符 14"/>
          <p:cNvSpPr>
            <a:spLocks noGrp="1"/>
          </p:cNvSpPr>
          <p:nvPr>
            <p:ph idx="16391" hasCustomPrompt="1"/>
            <p:custDataLst>
              <p:tags r:id="rId9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384800 w 5588000"/>
              <a:gd name="connsiteY2" fmla="*/ 0 h 2209800"/>
              <a:gd name="connisteX3" fmla="*/ 5588000 w 5588000"/>
              <a:gd name="connsiteY3" fmla="*/ 203200 h 2209800"/>
              <a:gd name="connisteX4" fmla="*/ 5588000 w 5588000"/>
              <a:gd name="connsiteY4" fmla="*/ 2006600 h 2209800"/>
              <a:gd name="connisteX5" fmla="*/ 5384800 w 5588000"/>
              <a:gd name="connsiteY5" fmla="*/ 2209800 h 2209800"/>
              <a:gd name="connisteX6" fmla="*/ 203200 w 5588000"/>
              <a:gd name="connsiteY6" fmla="*/ 2209800 h 2209800"/>
              <a:gd name="connisteX7" fmla="*/ 0 w 5588000"/>
              <a:gd name="connsiteY7" fmla="*/ 2006600 h 2209800"/>
              <a:gd name="connisteX8" fmla="*/ 0 w 5588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6502400" y="4406900"/>
            <a:ext cx="5080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6502400" y="4965700"/>
            <a:ext cx="50800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86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86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4196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47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225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082800"/>
          </a:xfrm>
          <a:custGeom>
            <a:avLst/>
            <a:gdLst>
              <a:gd name="connisteX0" fmla="*/ 0 w 10972800"/>
              <a:gd name="connsiteY0" fmla="*/ 203200 h 2082800"/>
              <a:gd name="connisteX1" fmla="*/ 203200 w 10972800"/>
              <a:gd name="connsiteY1" fmla="*/ 0 h 2082800"/>
              <a:gd name="connisteX2" fmla="*/ 10769600 w 10972800"/>
              <a:gd name="connsiteY2" fmla="*/ 0 h 2082800"/>
              <a:gd name="connisteX3" fmla="*/ 10972800 w 10972800"/>
              <a:gd name="connsiteY3" fmla="*/ 203200 h 2082800"/>
              <a:gd name="connisteX4" fmla="*/ 10972800 w 10972800"/>
              <a:gd name="connsiteY4" fmla="*/ 1879600 h 2082800"/>
              <a:gd name="connisteX5" fmla="*/ 10769600 w 10972800"/>
              <a:gd name="connsiteY5" fmla="*/ 2082800 h 2082800"/>
              <a:gd name="connisteX6" fmla="*/ 203200 w 10972800"/>
              <a:gd name="connsiteY6" fmla="*/ 2082800 h 2082800"/>
              <a:gd name="connisteX7" fmla="*/ 0 w 10972800"/>
              <a:gd name="connsiteY7" fmla="*/ 1879600 h 2082800"/>
              <a:gd name="connisteX8" fmla="*/ 0 w 10972800"/>
              <a:gd name="connsiteY8" fmla="*/ 20320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8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79600"/>
                </a:lnTo>
                <a:cubicBezTo>
                  <a:pt x="10972800" y="1991824"/>
                  <a:pt x="10881824" y="2082800"/>
                  <a:pt x="107696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CONTENTS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目录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3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4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5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CONTENTS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latin typeface="MiSans Demibold" panose="00000700000000000000" charset="-122"/>
                <a:ea typeface="MiSans Medium" panose="00000600000000000000" charset="-122"/>
              </a:rPr>
              <a:t>目录</a:t>
            </a:r>
            <a:endParaRPr lang="zh-CN" altLang="en-US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04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6" Type="http://schemas.openxmlformats.org/officeDocument/2006/relationships/theme" Target="../theme/theme2.xml"/><Relationship Id="rId25" Type="http://schemas.openxmlformats.org/officeDocument/2006/relationships/tags" Target="../tags/tag132.xml"/><Relationship Id="rId24" Type="http://schemas.openxmlformats.org/officeDocument/2006/relationships/tags" Target="../tags/tag131.xml"/><Relationship Id="rId23" Type="http://schemas.openxmlformats.org/officeDocument/2006/relationships/tags" Target="../tags/tag130.xml"/><Relationship Id="rId22" Type="http://schemas.openxmlformats.org/officeDocument/2006/relationships/tags" Target="../tags/tag129.xml"/><Relationship Id="rId21" Type="http://schemas.openxmlformats.org/officeDocument/2006/relationships/tags" Target="../tags/tag128.xml"/><Relationship Id="rId20" Type="http://schemas.openxmlformats.org/officeDocument/2006/relationships/tags" Target="../tags/tag127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26.xml"/><Relationship Id="rId18" Type="http://schemas.openxmlformats.org/officeDocument/2006/relationships/tags" Target="../tags/tag125.xml"/><Relationship Id="rId17" Type="http://schemas.openxmlformats.org/officeDocument/2006/relationships/image" Target="../media/image1.png"/><Relationship Id="rId16" Type="http://schemas.openxmlformats.org/officeDocument/2006/relationships/tags" Target="../tags/tag124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5" Type="http://schemas.openxmlformats.org/officeDocument/2006/relationships/theme" Target="../theme/theme3.xml"/><Relationship Id="rId34" Type="http://schemas.openxmlformats.org/officeDocument/2006/relationships/tags" Target="../tags/tag476.xml"/><Relationship Id="rId33" Type="http://schemas.openxmlformats.org/officeDocument/2006/relationships/tags" Target="../tags/tag475.xml"/><Relationship Id="rId32" Type="http://schemas.openxmlformats.org/officeDocument/2006/relationships/tags" Target="../tags/tag474.xml"/><Relationship Id="rId31" Type="http://schemas.openxmlformats.org/officeDocument/2006/relationships/tags" Target="../tags/tag473.xml"/><Relationship Id="rId30" Type="http://schemas.openxmlformats.org/officeDocument/2006/relationships/tags" Target="../tags/tag472.xml"/><Relationship Id="rId3" Type="http://schemas.openxmlformats.org/officeDocument/2006/relationships/slideLayout" Target="../slideLayouts/slideLayout28.xml"/><Relationship Id="rId29" Type="http://schemas.openxmlformats.org/officeDocument/2006/relationships/tags" Target="../tags/tag471.xml"/><Relationship Id="rId28" Type="http://schemas.openxmlformats.org/officeDocument/2006/relationships/tags" Target="../tags/tag470.xml"/><Relationship Id="rId27" Type="http://schemas.openxmlformats.org/officeDocument/2006/relationships/tags" Target="../tags/tag469.xml"/><Relationship Id="rId26" Type="http://schemas.openxmlformats.org/officeDocument/2006/relationships/image" Target="../media/image1.png"/><Relationship Id="rId25" Type="http://schemas.openxmlformats.org/officeDocument/2006/relationships/tags" Target="../tags/tag468.xml"/><Relationship Id="rId24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45.xml"/><Relationship Id="rId2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封面页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MiSans Demibold" panose="00000700000000000000" charset="-122"/>
                <a:ea typeface="MiSans Medium" panose="00000600000000000000" charset="-122"/>
              </a:rPr>
              <a:t>单击此处编辑母版标题样式</a:t>
            </a:r>
            <a:endParaRPr lang="zh-CN" altLang="en-US" dirty="0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j-cs"/>
          <a:sym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  <a:sym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封面页"/>
          <p:cNvPicPr>
            <a:picLocks noChangeAspect="1"/>
          </p:cNvPicPr>
          <p:nvPr userDrawn="1">
            <p:custDataLst>
              <p:tags r:id="rId25"/>
            </p:custDataLst>
          </p:nvPr>
        </p:nvPicPr>
        <p:blipFill>
          <a:blip r:embed="rId26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27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MiSans Demibold" panose="00000700000000000000" charset="-122"/>
                <a:ea typeface="MiSans Medium" panose="00000600000000000000" charset="-122"/>
              </a:rPr>
              <a:t>单击此处编辑母版标题样式</a:t>
            </a:r>
            <a:endParaRPr lang="zh-CN" altLang="en-US" dirty="0">
              <a:latin typeface="MiSans Demibold" panose="00000700000000000000" charset="-122"/>
              <a:ea typeface="MiSans Medium" panose="000006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3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j-cs"/>
          <a:sym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  <a:sym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480.xml"/><Relationship Id="rId3" Type="http://schemas.openxmlformats.org/officeDocument/2006/relationships/tags" Target="../tags/tag479.xml"/><Relationship Id="rId2" Type="http://schemas.openxmlformats.org/officeDocument/2006/relationships/tags" Target="../tags/tag478.xml"/><Relationship Id="rId1" Type="http://schemas.openxmlformats.org/officeDocument/2006/relationships/tags" Target="../tags/tag47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89.xml"/><Relationship Id="rId8" Type="http://schemas.openxmlformats.org/officeDocument/2006/relationships/tags" Target="../tags/tag488.xml"/><Relationship Id="rId7" Type="http://schemas.openxmlformats.org/officeDocument/2006/relationships/tags" Target="../tags/tag487.xml"/><Relationship Id="rId6" Type="http://schemas.openxmlformats.org/officeDocument/2006/relationships/tags" Target="../tags/tag486.xml"/><Relationship Id="rId5" Type="http://schemas.openxmlformats.org/officeDocument/2006/relationships/tags" Target="../tags/tag485.xml"/><Relationship Id="rId4" Type="http://schemas.openxmlformats.org/officeDocument/2006/relationships/tags" Target="../tags/tag484.xml"/><Relationship Id="rId3" Type="http://schemas.openxmlformats.org/officeDocument/2006/relationships/tags" Target="../tags/tag483.xml"/><Relationship Id="rId25" Type="http://schemas.openxmlformats.org/officeDocument/2006/relationships/slideLayout" Target="../slideLayouts/slideLayout49.xml"/><Relationship Id="rId24" Type="http://schemas.openxmlformats.org/officeDocument/2006/relationships/tags" Target="../tags/tag504.xml"/><Relationship Id="rId23" Type="http://schemas.openxmlformats.org/officeDocument/2006/relationships/tags" Target="../tags/tag503.xml"/><Relationship Id="rId22" Type="http://schemas.openxmlformats.org/officeDocument/2006/relationships/tags" Target="../tags/tag502.xml"/><Relationship Id="rId21" Type="http://schemas.openxmlformats.org/officeDocument/2006/relationships/tags" Target="../tags/tag501.xml"/><Relationship Id="rId20" Type="http://schemas.openxmlformats.org/officeDocument/2006/relationships/tags" Target="../tags/tag500.xml"/><Relationship Id="rId2" Type="http://schemas.openxmlformats.org/officeDocument/2006/relationships/tags" Target="../tags/tag482.xml"/><Relationship Id="rId19" Type="http://schemas.openxmlformats.org/officeDocument/2006/relationships/tags" Target="../tags/tag499.xml"/><Relationship Id="rId18" Type="http://schemas.openxmlformats.org/officeDocument/2006/relationships/tags" Target="../tags/tag498.xml"/><Relationship Id="rId17" Type="http://schemas.openxmlformats.org/officeDocument/2006/relationships/tags" Target="../tags/tag497.xml"/><Relationship Id="rId16" Type="http://schemas.openxmlformats.org/officeDocument/2006/relationships/tags" Target="../tags/tag496.xml"/><Relationship Id="rId15" Type="http://schemas.openxmlformats.org/officeDocument/2006/relationships/tags" Target="../tags/tag495.xml"/><Relationship Id="rId14" Type="http://schemas.openxmlformats.org/officeDocument/2006/relationships/tags" Target="../tags/tag494.xml"/><Relationship Id="rId13" Type="http://schemas.openxmlformats.org/officeDocument/2006/relationships/tags" Target="../tags/tag493.xml"/><Relationship Id="rId12" Type="http://schemas.openxmlformats.org/officeDocument/2006/relationships/tags" Target="../tags/tag492.xml"/><Relationship Id="rId11" Type="http://schemas.openxmlformats.org/officeDocument/2006/relationships/tags" Target="../tags/tag491.xml"/><Relationship Id="rId10" Type="http://schemas.openxmlformats.org/officeDocument/2006/relationships/tags" Target="../tags/tag490.xml"/><Relationship Id="rId1" Type="http://schemas.openxmlformats.org/officeDocument/2006/relationships/tags" Target="../tags/tag48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507.xml"/><Relationship Id="rId2" Type="http://schemas.openxmlformats.org/officeDocument/2006/relationships/tags" Target="../tags/tag506.xml"/><Relationship Id="rId1" Type="http://schemas.openxmlformats.org/officeDocument/2006/relationships/tags" Target="../tags/tag50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16.xml"/><Relationship Id="rId8" Type="http://schemas.openxmlformats.org/officeDocument/2006/relationships/tags" Target="../tags/tag515.xml"/><Relationship Id="rId7" Type="http://schemas.openxmlformats.org/officeDocument/2006/relationships/tags" Target="../tags/tag514.xml"/><Relationship Id="rId6" Type="http://schemas.openxmlformats.org/officeDocument/2006/relationships/tags" Target="../tags/tag513.xml"/><Relationship Id="rId5" Type="http://schemas.openxmlformats.org/officeDocument/2006/relationships/tags" Target="../tags/tag512.xml"/><Relationship Id="rId4" Type="http://schemas.openxmlformats.org/officeDocument/2006/relationships/tags" Target="../tags/tag511.xml"/><Relationship Id="rId3" Type="http://schemas.openxmlformats.org/officeDocument/2006/relationships/tags" Target="../tags/tag510.xml"/><Relationship Id="rId2" Type="http://schemas.openxmlformats.org/officeDocument/2006/relationships/tags" Target="../tags/tag509.xml"/><Relationship Id="rId18" Type="http://schemas.openxmlformats.org/officeDocument/2006/relationships/slideLayout" Target="../slideLayouts/slideLayout47.xml"/><Relationship Id="rId17" Type="http://schemas.openxmlformats.org/officeDocument/2006/relationships/tags" Target="../tags/tag524.xml"/><Relationship Id="rId16" Type="http://schemas.openxmlformats.org/officeDocument/2006/relationships/tags" Target="../tags/tag523.xml"/><Relationship Id="rId15" Type="http://schemas.openxmlformats.org/officeDocument/2006/relationships/tags" Target="../tags/tag522.xml"/><Relationship Id="rId14" Type="http://schemas.openxmlformats.org/officeDocument/2006/relationships/tags" Target="../tags/tag521.xml"/><Relationship Id="rId13" Type="http://schemas.openxmlformats.org/officeDocument/2006/relationships/tags" Target="../tags/tag520.xml"/><Relationship Id="rId12" Type="http://schemas.openxmlformats.org/officeDocument/2006/relationships/tags" Target="../tags/tag519.xml"/><Relationship Id="rId11" Type="http://schemas.openxmlformats.org/officeDocument/2006/relationships/tags" Target="../tags/tag518.xml"/><Relationship Id="rId10" Type="http://schemas.openxmlformats.org/officeDocument/2006/relationships/tags" Target="../tags/tag517.xml"/><Relationship Id="rId1" Type="http://schemas.openxmlformats.org/officeDocument/2006/relationships/tags" Target="../tags/tag50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" Type="http://schemas.openxmlformats.org/officeDocument/2006/relationships/tags" Target="../tags/tag525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3.xml"/><Relationship Id="rId5" Type="http://schemas.openxmlformats.org/officeDocument/2006/relationships/tags" Target="../tags/tag530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529.xml"/><Relationship Id="rId1" Type="http://schemas.openxmlformats.org/officeDocument/2006/relationships/tags" Target="../tags/tag52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37.xml"/><Relationship Id="rId8" Type="http://schemas.openxmlformats.org/officeDocument/2006/relationships/tags" Target="../tags/tag536.xml"/><Relationship Id="rId7" Type="http://schemas.openxmlformats.org/officeDocument/2006/relationships/image" Target="../media/image7.jpeg"/><Relationship Id="rId6" Type="http://schemas.openxmlformats.org/officeDocument/2006/relationships/tags" Target="../tags/tag535.xml"/><Relationship Id="rId5" Type="http://schemas.openxmlformats.org/officeDocument/2006/relationships/tags" Target="../tags/tag534.xml"/><Relationship Id="rId4" Type="http://schemas.openxmlformats.org/officeDocument/2006/relationships/tags" Target="../tags/tag533.xml"/><Relationship Id="rId3" Type="http://schemas.openxmlformats.org/officeDocument/2006/relationships/image" Target="../media/image6.jpeg"/><Relationship Id="rId2" Type="http://schemas.openxmlformats.org/officeDocument/2006/relationships/tags" Target="../tags/tag532.xml"/><Relationship Id="rId11" Type="http://schemas.openxmlformats.org/officeDocument/2006/relationships/slideLayout" Target="../slideLayouts/slideLayout42.xml"/><Relationship Id="rId10" Type="http://schemas.openxmlformats.org/officeDocument/2006/relationships/tags" Target="../tags/tag538.xml"/><Relationship Id="rId1" Type="http://schemas.openxmlformats.org/officeDocument/2006/relationships/tags" Target="../tags/tag53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541.xml"/><Relationship Id="rId2" Type="http://schemas.openxmlformats.org/officeDocument/2006/relationships/tags" Target="../tags/tag540.xml"/><Relationship Id="rId1" Type="http://schemas.openxmlformats.org/officeDocument/2006/relationships/tags" Target="../tags/tag53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1.xml"/><Relationship Id="rId3" Type="http://schemas.openxmlformats.org/officeDocument/2006/relationships/tags" Target="../tags/tag543.xml"/><Relationship Id="rId2" Type="http://schemas.openxmlformats.org/officeDocument/2006/relationships/image" Target="../media/image8.png"/><Relationship Id="rId1" Type="http://schemas.openxmlformats.org/officeDocument/2006/relationships/tags" Target="../tags/tag54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0.xml"/><Relationship Id="rId5" Type="http://schemas.openxmlformats.org/officeDocument/2006/relationships/tags" Target="../tags/tag545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54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54.xml"/><Relationship Id="rId8" Type="http://schemas.openxmlformats.org/officeDocument/2006/relationships/tags" Target="../tags/tag553.xml"/><Relationship Id="rId7" Type="http://schemas.openxmlformats.org/officeDocument/2006/relationships/tags" Target="../tags/tag552.xml"/><Relationship Id="rId6" Type="http://schemas.openxmlformats.org/officeDocument/2006/relationships/tags" Target="../tags/tag551.xml"/><Relationship Id="rId5" Type="http://schemas.openxmlformats.org/officeDocument/2006/relationships/tags" Target="../tags/tag550.xml"/><Relationship Id="rId4" Type="http://schemas.openxmlformats.org/officeDocument/2006/relationships/tags" Target="../tags/tag549.xml"/><Relationship Id="rId3" Type="http://schemas.openxmlformats.org/officeDocument/2006/relationships/tags" Target="../tags/tag548.xml"/><Relationship Id="rId2" Type="http://schemas.openxmlformats.org/officeDocument/2006/relationships/tags" Target="../tags/tag547.xml"/><Relationship Id="rId12" Type="http://schemas.openxmlformats.org/officeDocument/2006/relationships/slideLayout" Target="../slideLayouts/slideLayout39.xml"/><Relationship Id="rId11" Type="http://schemas.openxmlformats.org/officeDocument/2006/relationships/tags" Target="../tags/tag556.xml"/><Relationship Id="rId10" Type="http://schemas.openxmlformats.org/officeDocument/2006/relationships/tags" Target="../tags/tag555.xml"/><Relationship Id="rId1" Type="http://schemas.openxmlformats.org/officeDocument/2006/relationships/tags" Target="../tags/tag54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7" Type="http://schemas.openxmlformats.org/officeDocument/2006/relationships/tags" Target="../tags/tag55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tags" Target="../tags/tag55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561.xml"/><Relationship Id="rId2" Type="http://schemas.openxmlformats.org/officeDocument/2006/relationships/tags" Target="../tags/tag560.xml"/><Relationship Id="rId1" Type="http://schemas.openxmlformats.org/officeDocument/2006/relationships/tags" Target="../tags/tag55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70.xml"/><Relationship Id="rId8" Type="http://schemas.openxmlformats.org/officeDocument/2006/relationships/tags" Target="../tags/tag569.xml"/><Relationship Id="rId7" Type="http://schemas.openxmlformats.org/officeDocument/2006/relationships/tags" Target="../tags/tag568.xml"/><Relationship Id="rId6" Type="http://schemas.openxmlformats.org/officeDocument/2006/relationships/tags" Target="../tags/tag567.xml"/><Relationship Id="rId5" Type="http://schemas.openxmlformats.org/officeDocument/2006/relationships/tags" Target="../tags/tag566.xml"/><Relationship Id="rId4" Type="http://schemas.openxmlformats.org/officeDocument/2006/relationships/tags" Target="../tags/tag565.xml"/><Relationship Id="rId3" Type="http://schemas.openxmlformats.org/officeDocument/2006/relationships/tags" Target="../tags/tag564.xml"/><Relationship Id="rId2" Type="http://schemas.openxmlformats.org/officeDocument/2006/relationships/tags" Target="../tags/tag563.xml"/><Relationship Id="rId19" Type="http://schemas.openxmlformats.org/officeDocument/2006/relationships/slideLayout" Target="../slideLayouts/slideLayout37.xml"/><Relationship Id="rId18" Type="http://schemas.openxmlformats.org/officeDocument/2006/relationships/tags" Target="../tags/tag579.xml"/><Relationship Id="rId17" Type="http://schemas.openxmlformats.org/officeDocument/2006/relationships/tags" Target="../tags/tag578.xml"/><Relationship Id="rId16" Type="http://schemas.openxmlformats.org/officeDocument/2006/relationships/tags" Target="../tags/tag577.xml"/><Relationship Id="rId15" Type="http://schemas.openxmlformats.org/officeDocument/2006/relationships/tags" Target="../tags/tag576.xml"/><Relationship Id="rId14" Type="http://schemas.openxmlformats.org/officeDocument/2006/relationships/tags" Target="../tags/tag575.xml"/><Relationship Id="rId13" Type="http://schemas.openxmlformats.org/officeDocument/2006/relationships/tags" Target="../tags/tag574.xml"/><Relationship Id="rId12" Type="http://schemas.openxmlformats.org/officeDocument/2006/relationships/tags" Target="../tags/tag573.xml"/><Relationship Id="rId11" Type="http://schemas.openxmlformats.org/officeDocument/2006/relationships/tags" Target="../tags/tag572.xml"/><Relationship Id="rId10" Type="http://schemas.openxmlformats.org/officeDocument/2006/relationships/tags" Target="../tags/tag571.xml"/><Relationship Id="rId1" Type="http://schemas.openxmlformats.org/officeDocument/2006/relationships/tags" Target="../tags/tag562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6.xml"/><Relationship Id="rId3" Type="http://schemas.openxmlformats.org/officeDocument/2006/relationships/tags" Target="../tags/tag581.xml"/><Relationship Id="rId2" Type="http://schemas.openxmlformats.org/officeDocument/2006/relationships/image" Target="../media/image17.png"/><Relationship Id="rId1" Type="http://schemas.openxmlformats.org/officeDocument/2006/relationships/tags" Target="../tags/tag58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88.xml"/><Relationship Id="rId8" Type="http://schemas.openxmlformats.org/officeDocument/2006/relationships/tags" Target="../tags/tag587.xml"/><Relationship Id="rId7" Type="http://schemas.openxmlformats.org/officeDocument/2006/relationships/tags" Target="../tags/tag58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tags" Target="../tags/tag585.xml"/><Relationship Id="rId31" Type="http://schemas.openxmlformats.org/officeDocument/2006/relationships/slideLayout" Target="../slideLayouts/slideLayout35.xml"/><Relationship Id="rId30" Type="http://schemas.openxmlformats.org/officeDocument/2006/relationships/tags" Target="../tags/tag603.xml"/><Relationship Id="rId3" Type="http://schemas.openxmlformats.org/officeDocument/2006/relationships/tags" Target="../tags/tag584.xml"/><Relationship Id="rId29" Type="http://schemas.openxmlformats.org/officeDocument/2006/relationships/tags" Target="../tags/tag602.xml"/><Relationship Id="rId28" Type="http://schemas.openxmlformats.org/officeDocument/2006/relationships/tags" Target="../tags/tag601.xml"/><Relationship Id="rId27" Type="http://schemas.openxmlformats.org/officeDocument/2006/relationships/image" Target="../media/image25.svg"/><Relationship Id="rId26" Type="http://schemas.openxmlformats.org/officeDocument/2006/relationships/image" Target="../media/image24.png"/><Relationship Id="rId25" Type="http://schemas.openxmlformats.org/officeDocument/2006/relationships/tags" Target="../tags/tag600.xml"/><Relationship Id="rId24" Type="http://schemas.openxmlformats.org/officeDocument/2006/relationships/tags" Target="../tags/tag599.xml"/><Relationship Id="rId23" Type="http://schemas.openxmlformats.org/officeDocument/2006/relationships/tags" Target="../tags/tag598.xml"/><Relationship Id="rId22" Type="http://schemas.openxmlformats.org/officeDocument/2006/relationships/tags" Target="../tags/tag597.xml"/><Relationship Id="rId21" Type="http://schemas.openxmlformats.org/officeDocument/2006/relationships/tags" Target="../tags/tag596.xml"/><Relationship Id="rId20" Type="http://schemas.openxmlformats.org/officeDocument/2006/relationships/image" Target="../media/image23.svg"/><Relationship Id="rId2" Type="http://schemas.openxmlformats.org/officeDocument/2006/relationships/tags" Target="../tags/tag583.xml"/><Relationship Id="rId19" Type="http://schemas.openxmlformats.org/officeDocument/2006/relationships/image" Target="../media/image22.png"/><Relationship Id="rId18" Type="http://schemas.openxmlformats.org/officeDocument/2006/relationships/tags" Target="../tags/tag595.xml"/><Relationship Id="rId17" Type="http://schemas.openxmlformats.org/officeDocument/2006/relationships/tags" Target="../tags/tag594.xml"/><Relationship Id="rId16" Type="http://schemas.openxmlformats.org/officeDocument/2006/relationships/tags" Target="../tags/tag593.xml"/><Relationship Id="rId15" Type="http://schemas.openxmlformats.org/officeDocument/2006/relationships/tags" Target="../tags/tag592.xml"/><Relationship Id="rId14" Type="http://schemas.openxmlformats.org/officeDocument/2006/relationships/tags" Target="../tags/tag591.xml"/><Relationship Id="rId13" Type="http://schemas.openxmlformats.org/officeDocument/2006/relationships/image" Target="../media/image21.svg"/><Relationship Id="rId12" Type="http://schemas.openxmlformats.org/officeDocument/2006/relationships/image" Target="../media/image20.png"/><Relationship Id="rId11" Type="http://schemas.openxmlformats.org/officeDocument/2006/relationships/tags" Target="../tags/tag590.xml"/><Relationship Id="rId10" Type="http://schemas.openxmlformats.org/officeDocument/2006/relationships/tags" Target="../tags/tag589.xml"/><Relationship Id="rId1" Type="http://schemas.openxmlformats.org/officeDocument/2006/relationships/tags" Target="../tags/tag58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12.xml"/><Relationship Id="rId8" Type="http://schemas.openxmlformats.org/officeDocument/2006/relationships/tags" Target="../tags/tag611.xml"/><Relationship Id="rId7" Type="http://schemas.openxmlformats.org/officeDocument/2006/relationships/tags" Target="../tags/tag610.xml"/><Relationship Id="rId6" Type="http://schemas.openxmlformats.org/officeDocument/2006/relationships/tags" Target="../tags/tag609.xml"/><Relationship Id="rId5" Type="http://schemas.openxmlformats.org/officeDocument/2006/relationships/tags" Target="../tags/tag608.xml"/><Relationship Id="rId4" Type="http://schemas.openxmlformats.org/officeDocument/2006/relationships/tags" Target="../tags/tag607.xml"/><Relationship Id="rId3" Type="http://schemas.openxmlformats.org/officeDocument/2006/relationships/tags" Target="../tags/tag606.xml"/><Relationship Id="rId2" Type="http://schemas.openxmlformats.org/officeDocument/2006/relationships/tags" Target="../tags/tag605.xml"/><Relationship Id="rId11" Type="http://schemas.openxmlformats.org/officeDocument/2006/relationships/slideLayout" Target="../slideLayouts/slideLayout34.xml"/><Relationship Id="rId10" Type="http://schemas.openxmlformats.org/officeDocument/2006/relationships/tags" Target="../tags/tag613.xml"/><Relationship Id="rId1" Type="http://schemas.openxmlformats.org/officeDocument/2006/relationships/tags" Target="../tags/tag60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tags" Target="../tags/tag615.xml"/><Relationship Id="rId1" Type="http://schemas.openxmlformats.org/officeDocument/2006/relationships/tags" Target="../tags/tag614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18.xml"/><Relationship Id="rId2" Type="http://schemas.openxmlformats.org/officeDocument/2006/relationships/tags" Target="../tags/tag617.xml"/><Relationship Id="rId1" Type="http://schemas.openxmlformats.org/officeDocument/2006/relationships/tags" Target="../tags/tag616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2.xml"/><Relationship Id="rId3" Type="http://schemas.openxmlformats.org/officeDocument/2006/relationships/tags" Target="../tags/tag620.xml"/><Relationship Id="rId2" Type="http://schemas.openxmlformats.org/officeDocument/2006/relationships/image" Target="../media/image26.png"/><Relationship Id="rId1" Type="http://schemas.openxmlformats.org/officeDocument/2006/relationships/tags" Target="../tags/tag619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1.xml"/><Relationship Id="rId4" Type="http://schemas.openxmlformats.org/officeDocument/2006/relationships/tags" Target="../tags/tag62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tags" Target="../tags/tag6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1.xml"/><Relationship Id="rId4" Type="http://schemas.openxmlformats.org/officeDocument/2006/relationships/tags" Target="../tags/tag624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ags" Target="../tags/tag623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1.xml"/><Relationship Id="rId4" Type="http://schemas.openxmlformats.org/officeDocument/2006/relationships/tags" Target="../tags/tag626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tags" Target="../tags/tag625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29.xml"/><Relationship Id="rId2" Type="http://schemas.openxmlformats.org/officeDocument/2006/relationships/tags" Target="../tags/tag628.xml"/><Relationship Id="rId1" Type="http://schemas.openxmlformats.org/officeDocument/2006/relationships/tags" Target="../tags/tag627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631.xml"/><Relationship Id="rId2" Type="http://schemas.openxmlformats.org/officeDocument/2006/relationships/image" Target="../media/image33.png"/><Relationship Id="rId1" Type="http://schemas.openxmlformats.org/officeDocument/2006/relationships/tags" Target="../tags/tag630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8.xml"/><Relationship Id="rId3" Type="http://schemas.openxmlformats.org/officeDocument/2006/relationships/tags" Target="../tags/tag633.xml"/><Relationship Id="rId2" Type="http://schemas.openxmlformats.org/officeDocument/2006/relationships/image" Target="../media/image34.png"/><Relationship Id="rId1" Type="http://schemas.openxmlformats.org/officeDocument/2006/relationships/tags" Target="../tags/tag632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8.xml"/><Relationship Id="rId3" Type="http://schemas.openxmlformats.org/officeDocument/2006/relationships/tags" Target="../tags/tag635.xml"/><Relationship Id="rId2" Type="http://schemas.openxmlformats.org/officeDocument/2006/relationships/image" Target="../media/image35.png"/><Relationship Id="rId1" Type="http://schemas.openxmlformats.org/officeDocument/2006/relationships/tags" Target="../tags/tag634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8.xml"/><Relationship Id="rId3" Type="http://schemas.openxmlformats.org/officeDocument/2006/relationships/tags" Target="../tags/tag637.xml"/><Relationship Id="rId2" Type="http://schemas.openxmlformats.org/officeDocument/2006/relationships/image" Target="../media/image36.png"/><Relationship Id="rId1" Type="http://schemas.openxmlformats.org/officeDocument/2006/relationships/tags" Target="../tags/tag636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40.xml"/><Relationship Id="rId2" Type="http://schemas.openxmlformats.org/officeDocument/2006/relationships/tags" Target="../tags/tag639.xml"/><Relationship Id="rId1" Type="http://schemas.openxmlformats.org/officeDocument/2006/relationships/tags" Target="../tags/tag638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649.xml"/><Relationship Id="rId8" Type="http://schemas.openxmlformats.org/officeDocument/2006/relationships/tags" Target="../tags/tag648.xml"/><Relationship Id="rId7" Type="http://schemas.openxmlformats.org/officeDocument/2006/relationships/tags" Target="../tags/tag647.xml"/><Relationship Id="rId6" Type="http://schemas.openxmlformats.org/officeDocument/2006/relationships/tags" Target="../tags/tag646.xml"/><Relationship Id="rId5" Type="http://schemas.openxmlformats.org/officeDocument/2006/relationships/tags" Target="../tags/tag645.xml"/><Relationship Id="rId4" Type="http://schemas.openxmlformats.org/officeDocument/2006/relationships/tags" Target="../tags/tag644.xml"/><Relationship Id="rId3" Type="http://schemas.openxmlformats.org/officeDocument/2006/relationships/tags" Target="../tags/tag643.xml"/><Relationship Id="rId2" Type="http://schemas.openxmlformats.org/officeDocument/2006/relationships/tags" Target="../tags/tag642.xml"/><Relationship Id="rId19" Type="http://schemas.openxmlformats.org/officeDocument/2006/relationships/slideLayout" Target="../slideLayouts/slideLayout27.xml"/><Relationship Id="rId18" Type="http://schemas.openxmlformats.org/officeDocument/2006/relationships/tags" Target="../tags/tag658.xml"/><Relationship Id="rId17" Type="http://schemas.openxmlformats.org/officeDocument/2006/relationships/tags" Target="../tags/tag657.xml"/><Relationship Id="rId16" Type="http://schemas.openxmlformats.org/officeDocument/2006/relationships/tags" Target="../tags/tag656.xml"/><Relationship Id="rId15" Type="http://schemas.openxmlformats.org/officeDocument/2006/relationships/tags" Target="../tags/tag655.xml"/><Relationship Id="rId14" Type="http://schemas.openxmlformats.org/officeDocument/2006/relationships/tags" Target="../tags/tag654.xml"/><Relationship Id="rId13" Type="http://schemas.openxmlformats.org/officeDocument/2006/relationships/tags" Target="../tags/tag653.xml"/><Relationship Id="rId12" Type="http://schemas.openxmlformats.org/officeDocument/2006/relationships/tags" Target="../tags/tag652.xml"/><Relationship Id="rId11" Type="http://schemas.openxmlformats.org/officeDocument/2006/relationships/tags" Target="../tags/tag651.xml"/><Relationship Id="rId10" Type="http://schemas.openxmlformats.org/officeDocument/2006/relationships/tags" Target="../tags/tag650.xml"/><Relationship Id="rId1" Type="http://schemas.openxmlformats.org/officeDocument/2006/relationships/tags" Target="../tags/tag641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661.xml"/><Relationship Id="rId2" Type="http://schemas.openxmlformats.org/officeDocument/2006/relationships/tags" Target="../tags/tag660.xml"/><Relationship Id="rId1" Type="http://schemas.openxmlformats.org/officeDocument/2006/relationships/tags" Target="../tags/tag6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占位符 4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en-US" altLang="en-US"/>
              <a:t>2025/12/24</a:t>
            </a:r>
            <a:endParaRPr lang="en-US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>
          <a:xfrm>
            <a:off x="1016000" y="2392680"/>
            <a:ext cx="7106920" cy="2614295"/>
          </a:xfrm>
        </p:spPr>
        <p:txBody>
          <a:bodyPr>
            <a:normAutofit fontScale="90000"/>
          </a:bodyPr>
          <a:p>
            <a:r>
              <a:rPr lang="zh-CN" altLang="en-US" sz="5700"/>
              <a:t>基于轻量化注意力增强YOLO11的钢板表面缺陷检测</a:t>
            </a:r>
            <a:endParaRPr lang="zh-CN" altLang="en-US" sz="5700"/>
          </a:p>
        </p:txBody>
      </p:sp>
      <p:sp>
        <p:nvSpPr>
          <p:cNvPr id="7" name="文本占位符 6"/>
          <p:cNvSpPr>
            <a:spLocks noGrp="1"/>
          </p:cNvSpPr>
          <p:nvPr>
            <p:ph type="body" idx="15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lvl="0"/>
            <a:r>
              <a:rPr lang="en-US" altLang="zh-CN"/>
              <a:t>汇报人: </a:t>
            </a:r>
            <a:r>
              <a:rPr lang="zh-CN" altLang="en-US"/>
              <a:t>杨馥</a:t>
            </a:r>
            <a:r>
              <a:rPr lang="zh-CN" altLang="en-US"/>
              <a:t>菊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>
          <a:xfrm>
            <a:off x="4037965" y="736600"/>
            <a:ext cx="596900" cy="508000"/>
          </a:xfrm>
        </p:spPr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>
          <a:xfrm>
            <a:off x="4819015" y="660400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5047615" y="584200"/>
            <a:ext cx="2324100" cy="914400"/>
          </a:xfrm>
        </p:spPr>
        <p:txBody>
          <a:bodyPr>
            <a:normAutofit/>
          </a:bodyPr>
          <a:p>
            <a:r>
              <a:rPr lang="zh-CN" altLang="en-US"/>
              <a:t>研究背景与意义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>
          <a:xfrm>
            <a:off x="7962265" y="736600"/>
            <a:ext cx="596900" cy="508000"/>
          </a:xfrm>
        </p:spPr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>
          <a:xfrm>
            <a:off x="8743315" y="660400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8971915" y="584200"/>
            <a:ext cx="2324100" cy="914400"/>
          </a:xfrm>
        </p:spPr>
        <p:txBody>
          <a:bodyPr>
            <a:normAutofit/>
          </a:bodyPr>
          <a:p>
            <a:r>
              <a:rPr lang="zh-CN" altLang="en-US"/>
              <a:t>相关技术基础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>
          <a:xfrm>
            <a:off x="4037965" y="2413000"/>
            <a:ext cx="596900" cy="508000"/>
          </a:xfrm>
        </p:spPr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>
          <a:xfrm>
            <a:off x="4819015" y="2336800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>
          <a:xfrm>
            <a:off x="5047615" y="2260600"/>
            <a:ext cx="2324100" cy="914400"/>
          </a:xfrm>
        </p:spPr>
        <p:txBody>
          <a:bodyPr>
            <a:normAutofit/>
          </a:bodyPr>
          <a:p>
            <a:r>
              <a:rPr lang="zh-CN" altLang="en-US"/>
              <a:t>模型设计与优化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>
          <a:xfrm>
            <a:off x="7962265" y="2413000"/>
            <a:ext cx="596900" cy="508000"/>
          </a:xfrm>
        </p:spPr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>
          <a:xfrm>
            <a:off x="8743315" y="2336800"/>
            <a:ext cx="25400" cy="76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>
          <a:xfrm>
            <a:off x="8971915" y="2260600"/>
            <a:ext cx="2512695" cy="914400"/>
          </a:xfrm>
        </p:spPr>
        <p:txBody>
          <a:bodyPr>
            <a:normAutofit/>
          </a:bodyPr>
          <a:p>
            <a:r>
              <a:rPr lang="zh-CN" altLang="en-US"/>
              <a:t>实验设计与数据集</a:t>
            </a:r>
            <a:endParaRPr lang="zh-CN" altLang="en-US"/>
          </a:p>
        </p:txBody>
      </p:sp>
      <p:sp>
        <p:nvSpPr>
          <p:cNvPr id="16" name="文本占位符 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4063365" y="4032885"/>
            <a:ext cx="5969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0" u="none" strike="noStrike" kern="1200" cap="none" spc="0" normalizeH="0" baseline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05</a:t>
            </a:r>
            <a:endParaRPr lang="en-US" altLang="en-US"/>
          </a:p>
        </p:txBody>
      </p:sp>
      <p:sp>
        <p:nvSpPr>
          <p:cNvPr id="17" name="装饰  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844415" y="3956685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5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5073015" y="3880485"/>
            <a:ext cx="2324100" cy="914400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fontAlgn="auto" latinLnBrk="0" hangingPunct="1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实验结果与分析</a:t>
            </a:r>
            <a:endParaRPr lang="zh-CN" altLang="en-US"/>
          </a:p>
        </p:txBody>
      </p:sp>
      <p:sp>
        <p:nvSpPr>
          <p:cNvPr id="19" name="文本占位符 6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7987665" y="4032885"/>
            <a:ext cx="5969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0" u="none" strike="noStrike" kern="1200" cap="none" spc="0" normalizeH="0" baseline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06</a:t>
            </a:r>
            <a:endParaRPr lang="en-US" altLang="en-US"/>
          </a:p>
        </p:txBody>
      </p:sp>
      <p:sp>
        <p:nvSpPr>
          <p:cNvPr id="20" name="装饰  6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8768715" y="3956685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8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8997315" y="3880485"/>
            <a:ext cx="2324100" cy="914400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fontAlgn="auto" latinLnBrk="0" hangingPunct="1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系统GUI展示</a:t>
            </a:r>
            <a:endParaRPr lang="zh-CN" altLang="en-US"/>
          </a:p>
        </p:txBody>
      </p:sp>
      <p:sp>
        <p:nvSpPr>
          <p:cNvPr id="22" name="文本占位符 9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4063365" y="5709285"/>
            <a:ext cx="596900" cy="508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4000" b="0" u="none" strike="noStrike" kern="1200" cap="none" spc="0" normalizeH="0" baseline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07</a:t>
            </a:r>
            <a:endParaRPr lang="en-US" altLang="en-US"/>
          </a:p>
        </p:txBody>
      </p:sp>
      <p:sp>
        <p:nvSpPr>
          <p:cNvPr id="23" name="装饰  9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4844415" y="5633085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4" name="文本占位符 11"/>
          <p:cNvSpPr>
            <a:spLocks noGrp="1"/>
          </p:cNvSpPr>
          <p:nvPr>
            <p:custDataLst>
              <p:tags r:id="rId23"/>
            </p:custDataLst>
          </p:nvPr>
        </p:nvSpPr>
        <p:spPr>
          <a:xfrm>
            <a:off x="5073015" y="5556885"/>
            <a:ext cx="2324100" cy="914400"/>
          </a:xfrm>
          <a:prstGeom prst="rect">
            <a:avLst/>
          </a:prstGeom>
          <a:noFill/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fontAlgn="auto" latinLnBrk="0" hangingPunct="1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总结与未来展望</a:t>
            </a:r>
            <a:endParaRPr lang="zh-CN" altLang="en-US"/>
          </a:p>
        </p:txBody>
      </p:sp>
    </p:spTree>
    <p:custDataLst>
      <p:tags r:id="rId2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研究背景与意义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6575"/>
            <a:ext cx="10972800" cy="609600"/>
          </a:xfrm>
        </p:spPr>
        <p:txBody>
          <a:bodyPr>
            <a:normAutofit/>
          </a:bodyPr>
          <a:p>
            <a:r>
              <a:rPr lang="zh-CN" altLang="en-US"/>
              <a:t>行业需求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>
            <a:off x="609600" y="1527175"/>
            <a:ext cx="50800" cy="203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762000" y="1527175"/>
            <a:ext cx="3098800" cy="406400"/>
          </a:xfrm>
        </p:spPr>
        <p:txBody>
          <a:bodyPr>
            <a:normAutofit fontScale="90000"/>
          </a:bodyPr>
          <a:p>
            <a:r>
              <a:rPr lang="zh-CN" altLang="en-US"/>
              <a:t>钢板的工业核心应用场景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762000" y="2094230"/>
            <a:ext cx="3098800" cy="1524000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/>
              <a:t>钢板在工业领域对钢板的质量要求极高，因为钢板的质量直接影响到产品的性能和安全性。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>
          <a:xfrm>
            <a:off x="4470400" y="1527175"/>
            <a:ext cx="50800" cy="203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4622800" y="1527175"/>
            <a:ext cx="3098800" cy="406400"/>
          </a:xfrm>
        </p:spPr>
        <p:txBody>
          <a:bodyPr>
            <a:normAutofit/>
          </a:bodyPr>
          <a:p>
            <a:r>
              <a:rPr lang="zh-CN" altLang="en-US" sz="2200"/>
              <a:t>表面缺陷的危害</a:t>
            </a:r>
            <a:endParaRPr lang="zh-CN" altLang="en-US" sz="2200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4622800" y="2035175"/>
            <a:ext cx="3098800" cy="1524000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/>
              <a:t>钢板表面存在缺陷，会影响使用寿命以及安全稳定性，从而对相关工业应用造成严重的负面影响。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>
          <a:xfrm>
            <a:off x="8331200" y="1527175"/>
            <a:ext cx="50800" cy="203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>
          <a:xfrm>
            <a:off x="8483600" y="1527175"/>
            <a:ext cx="3098800" cy="406400"/>
          </a:xfrm>
        </p:spPr>
        <p:txBody>
          <a:bodyPr>
            <a:normAutofit/>
          </a:bodyPr>
          <a:p>
            <a:r>
              <a:rPr lang="zh-CN" altLang="en-US" sz="2200"/>
              <a:t>传统检测方式痛点</a:t>
            </a:r>
            <a:endParaRPr lang="zh-CN" altLang="en-US" sz="220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>
          <a:xfrm>
            <a:off x="8483600" y="2035175"/>
            <a:ext cx="3098800" cy="1524000"/>
          </a:xfrm>
        </p:spPr>
        <p:txBody>
          <a:bodyPr>
            <a:normAutofit lnSpcReduction="10000"/>
          </a:bodyPr>
          <a:p>
            <a:pPr>
              <a:lnSpc>
                <a:spcPct val="150000"/>
              </a:lnSpc>
            </a:pPr>
            <a:r>
              <a:rPr lang="zh-CN" altLang="en-US"/>
              <a:t>传统检测方式人工检测效率低、漏检率高；检测成本高，难以实现实时检测，无法满足现代工业的高效生产需求。</a:t>
            </a:r>
            <a:endParaRPr lang="zh-CN" altLang="en-US"/>
          </a:p>
        </p:txBody>
      </p:sp>
      <p:sp>
        <p:nvSpPr>
          <p:cNvPr id="14" name="装饰  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09600" y="377952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14400" y="4084320"/>
            <a:ext cx="4724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技术瓶颈</a:t>
            </a:r>
            <a:endParaRPr lang="zh-CN" altLang="en-US"/>
          </a:p>
        </p:txBody>
      </p:sp>
      <p:sp>
        <p:nvSpPr>
          <p:cNvPr id="16" name="文本占位符 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14400" y="4643120"/>
            <a:ext cx="4724400" cy="15240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/>
              <a:t>小缺陷漏检情况较为严重，低对比度缺陷特征弱，小样本数据集收敛也十分困难，这些问题制约了钢板表面缺陷检测技术的发展。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248400" y="377952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553200" y="4084320"/>
            <a:ext cx="4724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工业诉求</a:t>
            </a:r>
            <a:endParaRPr lang="zh-CN" altLang="en-US"/>
          </a:p>
        </p:txBody>
      </p:sp>
      <p:sp>
        <p:nvSpPr>
          <p:cNvPr id="19" name="文本占位符 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553200" y="4643120"/>
            <a:ext cx="4724400" cy="15240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rgbClr val="FFFFF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/>
              <a:t>端侧部署需要模型轻量化、具备实时性，并且要能适配低算力设备，以满足不同工业场景的实际应用需求。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相关技术基础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基于深度学习的目标检测技术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2"/>
            </p:custDataLst>
          </p:nvPr>
        </p:nvSpPr>
        <p:spPr>
          <a:xfrm>
            <a:off x="7091045" y="1384935"/>
            <a:ext cx="4013200" cy="4999990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/>
              <a:t>基于深度学习的目标检测技术有</a:t>
            </a:r>
            <a:r>
              <a:rPr lang="zh-CN" altLang="en-US" b="1"/>
              <a:t>两阶段（R - CNN系列）和单阶段（YOLO系列）</a:t>
            </a:r>
            <a:r>
              <a:rPr lang="zh-CN" altLang="en-US"/>
              <a:t>之分，本研究聚焦YOLO的实时性优势。YOLO系列在目标检测领域不断发展，展现出良好的应用前景。</a:t>
            </a:r>
            <a:endParaRPr lang="zh-CN" altLang="en-US"/>
          </a:p>
          <a:p>
            <a:pPr>
              <a:lnSpc>
                <a:spcPct val="150000"/>
              </a:lnSpc>
            </a:pPr>
            <a:endParaRPr lang="zh-CN" altLang="en-US"/>
          </a:p>
          <a:p>
            <a:pPr>
              <a:lnSpc>
                <a:spcPct val="150000"/>
              </a:lnSpc>
            </a:pP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>
                <a:sym typeface="+mn-ea"/>
              </a:rPr>
              <a:t>YOLO系列</a:t>
            </a:r>
            <a:r>
              <a:rPr lang="zh-CN" altLang="en-US">
                <a:sym typeface="+mn-ea"/>
              </a:rPr>
              <a:t>核心组件不断演进，骨干网络从Darknet到C3k2，实现了轻量化与特征提取能力的提升；颈部网络采用多尺度特征融合；头部网络从锚框依赖到无锚框；激活函数与损失函数也有改进。</a:t>
            </a:r>
            <a:endParaRPr lang="zh-CN" altLang="en-US"/>
          </a:p>
          <a:p>
            <a:pPr>
              <a:lnSpc>
                <a:spcPct val="150000"/>
              </a:lnSpc>
            </a:pPr>
            <a:endParaRPr lang="zh-CN" altLang="en-US"/>
          </a:p>
        </p:txBody>
      </p:sp>
      <p:pic>
        <p:nvPicPr>
          <p:cNvPr id="40" name="图片 12" descr="IMG_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84618"/>
            <a:ext cx="5730240" cy="217995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" name="图片 4" descr="IMG_256"/>
          <p:cNvPicPr>
            <a:picLocks noChangeAspect="1"/>
          </p:cNvPicPr>
          <p:nvPr/>
        </p:nvPicPr>
        <p:blipFill>
          <a:blip r:embed="rId4"/>
          <a:srcRect b="27397"/>
          <a:stretch>
            <a:fillRect/>
          </a:stretch>
        </p:blipFill>
        <p:spPr>
          <a:xfrm>
            <a:off x="609918" y="4088130"/>
            <a:ext cx="5729605" cy="14135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文本框 14"/>
          <p:cNvSpPr txBox="1"/>
          <p:nvPr/>
        </p:nvSpPr>
        <p:spPr>
          <a:xfrm>
            <a:off x="1135380" y="3571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YOLO11</a:t>
            </a:r>
            <a:r>
              <a:rPr lang="zh-CN" altLang="en-US"/>
              <a:t>头部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365885" y="56426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基于中心焦点的</a:t>
            </a:r>
            <a:r>
              <a:rPr lang="en-US" altLang="zh-CN"/>
              <a:t>anchor </a:t>
            </a:r>
            <a:r>
              <a:rPr lang="en-US" altLang="zh-CN"/>
              <a:t>free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关键工具与框架</a:t>
            </a:r>
            <a:endParaRPr lang="zh-CN" altLang="en-US"/>
          </a:p>
        </p:txBody>
      </p:sp>
      <p:pic>
        <p:nvPicPr>
          <p:cNvPr id="3" name="图片占位符 2" descr="7357401d-e070-11f0-a43a-2a0ea5e09e76"/>
          <p:cNvPicPr>
            <a:picLocks noChangeAspect="1"/>
          </p:cNvPicPr>
          <p:nvPr>
            <p:ph type="pic" idx="16390"/>
            <p:custDataLst>
              <p:tags r:id="rId2"/>
            </p:custDataLst>
          </p:nvPr>
        </p:nvPicPr>
        <p:blipFill>
          <a:blip r:embed="rId3"/>
          <a:srcRect l="16667" r="16667"/>
          <a:stretch>
            <a:fillRect/>
          </a:stretch>
        </p:blipFill>
        <p:spPr>
          <a:xfrm>
            <a:off x="609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开发框架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开发框架选用PyTorch，它具有动态计算图、易用性、部署支持等优点，为基于轻量化注意力增强YOLO11的钢板表面缺陷检测模型的开发提供了有力支持。</a:t>
            </a:r>
            <a:endParaRPr lang="zh-CN" altLang="en-US"/>
          </a:p>
        </p:txBody>
      </p:sp>
      <p:pic>
        <p:nvPicPr>
          <p:cNvPr id="6" name="图片占位符 5" descr="73573bfd-e070-11f0-a43a-2a0ea5e09e76"/>
          <p:cNvPicPr>
            <a:picLocks noChangeAspect="1"/>
          </p:cNvPicPr>
          <p:nvPr>
            <p:ph type="pic" idx="16391"/>
            <p:custDataLst>
              <p:tags r:id="rId6"/>
            </p:custDataLst>
          </p:nvPr>
        </p:nvPicPr>
        <p:blipFill>
          <a:blip r:embed="rId7"/>
          <a:srcRect l="13355" t="5000" r="14007" b="2083"/>
          <a:stretch>
            <a:fillRect/>
          </a:stretch>
        </p:blipFill>
        <p:spPr>
          <a:xfrm>
            <a:off x="609600" y="4191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界面开发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界面开发采用Tkinter，该工具具有轻量化、跨平台、低资源占用的特点，能够满足系统GUI开发的需求，适配工业场景使用习惯。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模型设计与优化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基础模型选择：YOLO11m</a:t>
            </a:r>
            <a:endParaRPr lang="zh-CN" altLang="en-US"/>
          </a:p>
        </p:txBody>
      </p:sp>
      <p:pic>
        <p:nvPicPr>
          <p:cNvPr id="17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15" y="1198245"/>
            <a:ext cx="6560185" cy="550608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7458710" y="1734185"/>
            <a:ext cx="4518025" cy="3531235"/>
          </a:xfrm>
          <a:prstGeom prst="rect">
            <a:avLst/>
          </a:prstGeom>
        </p:spPr>
        <p:txBody>
          <a:bodyPr>
            <a:noAutofit/>
          </a:bodyPr>
          <a:p>
            <a:pPr marL="0" indent="3175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基于深度学习的目标检测技术，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YOLO11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成为钢板缺陷检测任务的最佳选择，其核心适配性体现在以下几个方面：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其一，精度与速度达到平衡。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其二，无锚框架构适配缺陷特性。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其三，轻量化架构降低部署门槛。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其四，模块化设计便于二次改进。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其五，迁移学习能力强。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其六，优化的损失函数与训练策略，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核心创新点1：L - CBAM注意力机制</a:t>
            </a:r>
            <a:endParaRPr lang="zh-CN" altLang="en-US"/>
          </a:p>
        </p:txBody>
      </p:sp>
      <p:pic>
        <p:nvPicPr>
          <p:cNvPr id="22" name="图片 1" descr="IMG_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2114550"/>
            <a:ext cx="6026785" cy="177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" name="图片 2" descr="IMG_2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548" y="3267710"/>
            <a:ext cx="5725795" cy="14135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" name="图片 3" descr="IMG_2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300" y="1362710"/>
            <a:ext cx="5020310" cy="1744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文本框 19"/>
          <p:cNvSpPr txBox="1"/>
          <p:nvPr/>
        </p:nvSpPr>
        <p:spPr>
          <a:xfrm>
            <a:off x="1044575" y="5176520"/>
            <a:ext cx="97669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本研究提出的</a:t>
            </a:r>
            <a:r>
              <a:rPr lang="en-US" altLang="zh-CN"/>
              <a:t> L-CBAM </a:t>
            </a:r>
            <a:r>
              <a:rPr lang="zh-CN" altLang="en-US"/>
              <a:t>注意力机制，在保留传统</a:t>
            </a:r>
            <a:r>
              <a:rPr lang="en-US" altLang="zh-CN"/>
              <a:t> CBAM </a:t>
            </a:r>
            <a:r>
              <a:rPr lang="zh-CN" altLang="en-US"/>
              <a:t>通道</a:t>
            </a:r>
            <a:r>
              <a:rPr lang="en-US" altLang="zh-CN"/>
              <a:t> + </a:t>
            </a:r>
            <a:r>
              <a:rPr lang="zh-CN" altLang="en-US"/>
              <a:t>空间双分支核心逻辑的基础上实现精准轻量化优化，兼具特征增强效果与部署适配性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600" y="533400"/>
            <a:ext cx="8698230" cy="1219200"/>
          </a:xfrm>
        </p:spPr>
        <p:txBody>
          <a:bodyPr>
            <a:normAutofit/>
          </a:bodyPr>
          <a:p>
            <a:r>
              <a:rPr lang="zh-CN" altLang="en-US"/>
              <a:t>核心创新点2：适配小样本的训练策略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>
          <a:xfrm flipH="1">
            <a:off x="527685" y="1470025"/>
            <a:ext cx="76200" cy="1895475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711200" y="1435100"/>
            <a:ext cx="4724400" cy="406400"/>
          </a:xfrm>
        </p:spPr>
        <p:txBody>
          <a:bodyPr>
            <a:normAutofit/>
          </a:bodyPr>
          <a:p>
            <a:r>
              <a:rPr lang="zh-CN" altLang="en-US"/>
              <a:t>学习率调度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711200" y="1922145"/>
            <a:ext cx="10641965" cy="1457325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zh-CN" altLang="en-US" b="1"/>
              <a:t>余弦退火</a:t>
            </a:r>
            <a:r>
              <a:rPr lang="zh-CN" altLang="en-US"/>
              <a:t>：学习率从初始值</a:t>
            </a:r>
            <a:r>
              <a:rPr lang="en-US" altLang="zh-CN"/>
              <a:t> lr0=0.0015 </a:t>
            </a:r>
            <a:r>
              <a:rPr lang="zh-CN" altLang="en-US"/>
              <a:t>开始，按照余弦函数曲线平滑下降至最终值</a:t>
            </a:r>
            <a:r>
              <a:rPr lang="en-US" altLang="zh-CN"/>
              <a:t> lrf=0.01</a:t>
            </a:r>
            <a:r>
              <a:rPr lang="zh-CN" altLang="en-US"/>
              <a:t>。这种平滑下降方式有助于模型在训练后期稳定收敛，避免陷入局部最优点。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分层预热</a:t>
            </a:r>
            <a:r>
              <a:rPr lang="zh-CN" altLang="en-US"/>
              <a:t>：在训练前</a:t>
            </a:r>
            <a:r>
              <a:rPr lang="en-US" altLang="zh-CN"/>
              <a:t> 5 </a:t>
            </a:r>
            <a:r>
              <a:rPr lang="zh-CN" altLang="en-US"/>
              <a:t>个轮次进行预热（</a:t>
            </a:r>
            <a:r>
              <a:rPr lang="en-US" altLang="zh-CN"/>
              <a:t>warmup_epochs=5</a:t>
            </a:r>
            <a:r>
              <a:rPr lang="zh-CN" altLang="en-US"/>
              <a:t>）：整体学习率从</a:t>
            </a:r>
            <a:r>
              <a:rPr lang="en-US" altLang="zh-CN"/>
              <a:t> 0 </a:t>
            </a:r>
            <a:r>
              <a:rPr lang="zh-CN" altLang="en-US"/>
              <a:t>线性增长至</a:t>
            </a:r>
            <a:r>
              <a:rPr lang="en-US" altLang="zh-CN"/>
              <a:t> lr0</a:t>
            </a:r>
            <a:r>
              <a:rPr lang="zh-CN" altLang="en-US"/>
              <a:t>。优化器的动量从</a:t>
            </a:r>
            <a:r>
              <a:rPr lang="en-US" altLang="zh-CN"/>
              <a:t> 0.8 </a:t>
            </a:r>
            <a:r>
              <a:rPr lang="zh-CN" altLang="en-US"/>
              <a:t>线性调整至</a:t>
            </a:r>
            <a:r>
              <a:rPr lang="en-US" altLang="zh-CN"/>
              <a:t> 0.9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5"/>
            </p:custDataLst>
          </p:nvPr>
        </p:nvSpPr>
        <p:spPr>
          <a:xfrm>
            <a:off x="528320" y="3606800"/>
            <a:ext cx="76200" cy="134747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711200" y="3606800"/>
            <a:ext cx="4724400" cy="406400"/>
          </a:xfrm>
        </p:spPr>
        <p:txBody>
          <a:bodyPr>
            <a:normAutofit/>
          </a:bodyPr>
          <a:p>
            <a:r>
              <a:rPr lang="zh-CN" altLang="en-US"/>
              <a:t>分阶段数据增强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727075" y="4125595"/>
            <a:ext cx="10590530" cy="60960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zh-CN" altLang="en-US" sz="1500" b="1"/>
              <a:t>前期开启高强度增强</a:t>
            </a:r>
            <a:r>
              <a:rPr lang="zh-CN" altLang="en-US" sz="1500"/>
              <a:t>，旨在最大化数据多样性，提升模型鲁棒性。训练</a:t>
            </a:r>
            <a:r>
              <a:rPr lang="zh-CN" altLang="en-US" sz="1500" b="1"/>
              <a:t>后期关闭</a:t>
            </a:r>
            <a:r>
              <a:rPr lang="zh-CN" altLang="en-US" sz="1500"/>
              <a:t>该增强，可使模型专注学习真实缺陷的边界特征与尺度信息，提升定位精度。</a:t>
            </a:r>
            <a:endParaRPr lang="zh-CN" altLang="en-US" sz="1500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8"/>
            </p:custDataLst>
          </p:nvPr>
        </p:nvSpPr>
        <p:spPr>
          <a:xfrm>
            <a:off x="528320" y="5130800"/>
            <a:ext cx="76200" cy="1221105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优化器选择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>
          <a:xfrm>
            <a:off x="762000" y="5638800"/>
            <a:ext cx="10590530" cy="609600"/>
          </a:xfrm>
        </p:spPr>
        <p:txBody>
          <a:bodyPr>
            <a:noAutofit/>
          </a:bodyPr>
          <a:p>
            <a:pPr>
              <a:lnSpc>
                <a:spcPct val="150000"/>
              </a:lnSpc>
            </a:pPr>
            <a:r>
              <a:rPr lang="en-US" altLang="zh-CN" sz="1500" b="1"/>
              <a:t>SGD </a:t>
            </a:r>
            <a:r>
              <a:rPr lang="zh-CN" altLang="en-US" sz="1500"/>
              <a:t>虽然初始收敛较慢，但更容易找到平坦的极小值，从而获得更好的泛化性能。动量设置为</a:t>
            </a:r>
            <a:r>
              <a:rPr lang="en-US" altLang="zh-CN" sz="1500"/>
              <a:t> 0.9</a:t>
            </a:r>
            <a:r>
              <a:rPr lang="zh-CN" altLang="en-US" sz="1500"/>
              <a:t>，权重衰减为</a:t>
            </a:r>
            <a:r>
              <a:rPr lang="en-US" altLang="zh-CN" sz="1500"/>
              <a:t> 0.0005</a:t>
            </a:r>
            <a:r>
              <a:rPr lang="zh-CN" altLang="en-US" sz="1500"/>
              <a:t>，以控制模型复杂度。</a:t>
            </a:r>
            <a:endParaRPr lang="zh-CN" altLang="en-US" sz="1500"/>
          </a:p>
        </p:txBody>
      </p:sp>
    </p:spTree>
    <p:custDataLst>
      <p:tags r:id="rId1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文本框 29"/>
          <p:cNvSpPr txBox="1"/>
          <p:nvPr/>
        </p:nvSpPr>
        <p:spPr>
          <a:xfrm>
            <a:off x="609600" y="1784350"/>
            <a:ext cx="481901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b="1"/>
              <a:t>边界框损失（</a:t>
            </a:r>
            <a:r>
              <a:rPr lang="en-US" altLang="zh-CN" sz="1600" b="1"/>
              <a:t>Box Loss</a:t>
            </a:r>
            <a:r>
              <a:rPr lang="zh-CN" altLang="en-US" sz="1600" b="1"/>
              <a:t>）</a:t>
            </a:r>
            <a:r>
              <a:rPr lang="zh-CN" altLang="en-US" sz="1600"/>
              <a:t>：采用</a:t>
            </a:r>
            <a:r>
              <a:rPr lang="en-US" altLang="zh-CN" sz="1600"/>
              <a:t> CIoU</a:t>
            </a:r>
            <a:r>
              <a:rPr lang="zh-CN" altLang="en-US" sz="1600"/>
              <a:t>（</a:t>
            </a:r>
            <a:r>
              <a:rPr lang="en-US" altLang="zh-CN" sz="1600"/>
              <a:t>Complete Intersection over Union</a:t>
            </a:r>
            <a:r>
              <a:rPr lang="zh-CN" altLang="en-US" sz="1600"/>
              <a:t>）损失。</a:t>
            </a:r>
            <a:endParaRPr lang="zh-CN" altLang="en-US" sz="1600"/>
          </a:p>
          <a:p>
            <a:pPr>
              <a:lnSpc>
                <a:spcPct val="150000"/>
              </a:lnSpc>
            </a:pPr>
            <a:endParaRPr lang="zh-CN" altLang="en-US" sz="1600"/>
          </a:p>
          <a:p>
            <a:pPr>
              <a:lnSpc>
                <a:spcPct val="150000"/>
              </a:lnSpc>
            </a:pP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 b="1"/>
              <a:t>分类损失（</a:t>
            </a:r>
            <a:r>
              <a:rPr lang="en-US" altLang="zh-CN" sz="1600" b="1"/>
              <a:t>Cls Loss</a:t>
            </a:r>
            <a:r>
              <a:rPr lang="zh-CN" altLang="en-US" sz="1600" b="1"/>
              <a:t>）</a:t>
            </a:r>
            <a:r>
              <a:rPr lang="zh-CN" altLang="en-US" sz="1600"/>
              <a:t>：采用二元交叉熵损失。</a:t>
            </a:r>
            <a:endParaRPr lang="zh-CN" altLang="en-US" sz="1600"/>
          </a:p>
          <a:p>
            <a:pPr>
              <a:lnSpc>
                <a:spcPct val="150000"/>
              </a:lnSpc>
            </a:pPr>
            <a:endParaRPr lang="zh-CN" altLang="en-US" sz="1600"/>
          </a:p>
          <a:p>
            <a:pPr>
              <a:lnSpc>
                <a:spcPct val="150000"/>
              </a:lnSpc>
            </a:pP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 b="1"/>
              <a:t>分布焦点损失（</a:t>
            </a:r>
            <a:r>
              <a:rPr lang="en-US" altLang="zh-CN" sz="1600" b="1"/>
              <a:t>DFL Loss</a:t>
            </a:r>
            <a:r>
              <a:rPr lang="zh-CN" altLang="en-US" sz="1600" b="1"/>
              <a:t>）</a:t>
            </a:r>
            <a:r>
              <a:rPr lang="zh-CN" altLang="en-US" sz="1600"/>
              <a:t>：这是</a:t>
            </a:r>
            <a:r>
              <a:rPr lang="en-US" altLang="zh-CN" sz="1600"/>
              <a:t> Anchor-Free </a:t>
            </a:r>
            <a:r>
              <a:rPr lang="zh-CN" altLang="en-US" sz="1600"/>
              <a:t>架构中的关键组件。</a:t>
            </a:r>
            <a:endParaRPr lang="zh-CN" altLang="en-US" sz="1600"/>
          </a:p>
          <a:p>
            <a:pPr>
              <a:lnSpc>
                <a:spcPct val="150000"/>
              </a:lnSpc>
            </a:pPr>
            <a:endParaRPr lang="zh-CN" altLang="en-US" sz="1600"/>
          </a:p>
          <a:p>
            <a:pPr>
              <a:lnSpc>
                <a:spcPct val="150000"/>
              </a:lnSpc>
            </a:pPr>
            <a:endParaRPr lang="zh-CN" altLang="en-US" sz="1600"/>
          </a:p>
          <a:p>
            <a:pPr>
              <a:lnSpc>
                <a:spcPct val="150000"/>
              </a:lnSpc>
            </a:pPr>
            <a:r>
              <a:rPr lang="zh-CN" altLang="en-US" sz="1600" b="1"/>
              <a:t>总损失函数定义为各加权损失之和</a:t>
            </a:r>
            <a:r>
              <a:rPr lang="zh-CN" altLang="en-US" sz="1600"/>
              <a:t>：</a:t>
            </a:r>
            <a:endParaRPr lang="zh-CN" altLang="en-US" sz="1600"/>
          </a:p>
        </p:txBody>
      </p:sp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核心创新点3：损失函数与超参数优化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210" y="1859280"/>
            <a:ext cx="6242685" cy="4378960"/>
          </a:xfrm>
          <a:prstGeom prst="rect">
            <a:avLst/>
          </a:prstGeom>
        </p:spPr>
      </p:pic>
      <p:pic>
        <p:nvPicPr>
          <p:cNvPr id="24" name="图片 1"/>
          <p:cNvPicPr>
            <a:picLocks noChangeAspect="1"/>
          </p:cNvPicPr>
          <p:nvPr/>
        </p:nvPicPr>
        <p:blipFill>
          <a:blip r:embed="rId3"/>
          <a:srcRect l="3096" t="15955" r="7042" b="11898"/>
          <a:stretch>
            <a:fillRect/>
          </a:stretch>
        </p:blipFill>
        <p:spPr>
          <a:xfrm>
            <a:off x="683578" y="2718753"/>
            <a:ext cx="2417445" cy="39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95" y="3760788"/>
            <a:ext cx="3266440" cy="53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图片 4"/>
          <p:cNvPicPr>
            <a:picLocks noChangeAspect="1"/>
          </p:cNvPicPr>
          <p:nvPr/>
        </p:nvPicPr>
        <p:blipFill>
          <a:blip r:embed="rId5"/>
          <a:srcRect t="10337"/>
          <a:stretch>
            <a:fillRect/>
          </a:stretch>
        </p:blipFill>
        <p:spPr>
          <a:xfrm>
            <a:off x="683895" y="5342573"/>
            <a:ext cx="3450590" cy="44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78" y="6355715"/>
            <a:ext cx="3321685" cy="26162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文本框 27"/>
          <p:cNvSpPr txBox="1"/>
          <p:nvPr/>
        </p:nvSpPr>
        <p:spPr>
          <a:xfrm>
            <a:off x="5699125" y="1334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超参数</a:t>
            </a:r>
            <a:r>
              <a:rPr lang="zh-CN" altLang="en-US"/>
              <a:t>优化设置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09600" y="1334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损失函数设置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实验设计与数据集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数据集介绍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数据源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实验使用的数据集源自NEU - DET公共数据集，该数据集包含6类缺陷，每类有300张图片，图片像素为200×200。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数据处理-类别筛选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在数据处理阶段，对数据进行类别筛选，保留夹杂、斑块、凹坑、划痕这4类核心缺陷。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400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数据处理-格式转换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详细描述：将数据的格式从XML转换为YOLO - TXT，实现归一化坐标。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1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7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数据处理-数据集划分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6"/>
            <p:custDataLst>
              <p:tags r:id="rId1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采用分层抽样的方式对数据集进行划分，得到训练集864张、验证集216张、测试集96张。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实验环境配置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" y="1590675"/>
            <a:ext cx="9919970" cy="44869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实验流程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3" name="图片占位符 22"/>
          <p:cNvPicPr/>
          <p:nvPr>
            <p:ph type="pic" idx="16394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760" y="1978660"/>
            <a:ext cx="487680" cy="48768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数据预处理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sz="1400"/>
              <a:t>通过对数据进行清洗、转换等操作，使数据质量得到提升，更适合模型学习。</a:t>
            </a:r>
            <a:endParaRPr lang="zh-CN" altLang="en-US" sz="1400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/>
          <p:cNvPicPr/>
          <p:nvPr>
            <p:ph type="pic" idx="16397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66560" y="1978660"/>
            <a:ext cx="487680" cy="48768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模型初始化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sz="1400"/>
              <a:t>预训练权重能让模型在已有知识的基础上进行学习，而L - CBAM的嵌入可强化缺陷区域特征响应。</a:t>
            </a:r>
            <a:endParaRPr lang="zh-CN" altLang="en-US" sz="1400"/>
          </a:p>
        </p:txBody>
      </p:sp>
      <p:sp>
        <p:nvSpPr>
          <p:cNvPr id="13" name="装饰  1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4" name="图片占位符 23"/>
          <p:cNvPicPr/>
          <p:nvPr>
            <p:ph type="pic" idx="16400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27760" y="4493260"/>
            <a:ext cx="487680" cy="48768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模型训练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/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sz="1400"/>
              <a:t>模型训练阶段进行200轮的训练</a:t>
            </a:r>
            <a:r>
              <a:rPr lang="en-US" altLang="zh-CN" sz="1400"/>
              <a:t>, </a:t>
            </a:r>
            <a:r>
              <a:rPr lang="zh-CN" altLang="en-US" sz="1400"/>
              <a:t>在训练过程中，通过优化算法调整模型参数，以提高模型的性能。</a:t>
            </a:r>
            <a:endParaRPr lang="zh-CN" altLang="en-US" sz="1400"/>
          </a:p>
        </p:txBody>
      </p:sp>
      <p:sp>
        <p:nvSpPr>
          <p:cNvPr id="18" name="装饰  6"/>
          <p:cNvSpPr>
            <a:spLocks noGrp="1"/>
          </p:cNvSpPr>
          <p:nvPr>
            <p:ph type="body" idx="16404"/>
            <p:custDataLst>
              <p:tags r:id="rId2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装饰  7"/>
          <p:cNvSpPr>
            <a:spLocks noGrp="1"/>
          </p:cNvSpPr>
          <p:nvPr>
            <p:ph type="body" idx="16405"/>
            <p:custDataLst>
              <p:tags r:id="rId2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/>
          <p:cNvPicPr/>
          <p:nvPr>
            <p:ph type="pic" idx="16403"/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766560" y="4493260"/>
            <a:ext cx="487680" cy="487680"/>
          </a:xfrm>
          <a:prstGeom prst="rect">
            <a:avLst/>
          </a:prstGeom>
        </p:spPr>
      </p:pic>
      <p:sp>
        <p:nvSpPr>
          <p:cNvPr id="21" name="文本占位符 20"/>
          <p:cNvSpPr>
            <a:spLocks noGrp="1"/>
          </p:cNvSpPr>
          <p:nvPr>
            <p:ph type="body" idx="16392"/>
            <p:custDataLst>
              <p:tags r:id="rId2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性能评估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/>
            <p:custDataLst>
              <p:tags r:id="rId29"/>
            </p:custDataLst>
          </p:nvPr>
        </p:nvSpPr>
        <p:spPr/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sz="1400"/>
              <a:t>能评估采用TTA测试时增强的方法，对训练好的模型进行全面评估。通过多种评价指标来衡量模型的检测精度、召回率等性能指标。</a:t>
            </a:r>
            <a:endParaRPr lang="zh-CN" altLang="en-US" sz="1400"/>
          </a:p>
        </p:txBody>
      </p:sp>
    </p:spTree>
    <p:custDataLst>
      <p:tags r:id="rId30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消融实验设计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609600" y="1379855"/>
            <a:ext cx="4445000" cy="406400"/>
          </a:xfrm>
        </p:spPr>
        <p:txBody>
          <a:bodyPr>
            <a:normAutofit/>
          </a:bodyPr>
          <a:p>
            <a:r>
              <a:rPr lang="zh-CN" altLang="en-US"/>
              <a:t>基准模型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609600" y="1837055"/>
            <a:ext cx="10688320" cy="58483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/>
              <a:t>基准模型选择</a:t>
            </a:r>
            <a:r>
              <a:rPr lang="zh-CN" altLang="en-US" b="1"/>
              <a:t>YOLO11</a:t>
            </a:r>
            <a:r>
              <a:rPr lang="zh-CN" altLang="en-US" b="1"/>
              <a:t>m（Baseline）</a:t>
            </a:r>
            <a:r>
              <a:rPr lang="zh-CN" altLang="en-US"/>
              <a:t>，它作为对比的基础，用于评估后续改进模型的性能提升情况。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609600" y="2354580"/>
            <a:ext cx="4445000" cy="406400"/>
          </a:xfrm>
        </p:spPr>
        <p:txBody>
          <a:bodyPr>
            <a:normAutofit/>
          </a:bodyPr>
          <a:p>
            <a:r>
              <a:rPr lang="zh-CN" altLang="en-US"/>
              <a:t>实验组-1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609600" y="2872740"/>
            <a:ext cx="10972800" cy="932180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/>
              <a:t>实验组1为</a:t>
            </a:r>
            <a:r>
              <a:rPr lang="zh-CN" altLang="en-US" b="1"/>
              <a:t>YOLO11</a:t>
            </a:r>
            <a:r>
              <a:rPr lang="zh-CN" altLang="en-US" b="1"/>
              <a:t>m + L - CBAM</a:t>
            </a:r>
            <a:r>
              <a:rPr lang="zh-CN" altLang="en-US"/>
              <a:t>，在基准模型的基础上加入了轻量化CBAM注意力机制。该机制可精准捕捉小目标与低对比度缺陷，提升模型检测能力。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>
          <a:xfrm>
            <a:off x="609600" y="3757930"/>
            <a:ext cx="4445000" cy="406400"/>
          </a:xfrm>
        </p:spPr>
        <p:txBody>
          <a:bodyPr>
            <a:normAutofit/>
          </a:bodyPr>
          <a:p>
            <a:r>
              <a:rPr lang="zh-CN" altLang="en-US"/>
              <a:t>实验组-2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>
          <a:xfrm>
            <a:off x="609600" y="4208780"/>
            <a:ext cx="10973435" cy="83629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/>
              <a:t>实验组2是</a:t>
            </a:r>
            <a:r>
              <a:rPr lang="zh-CN" altLang="en-US" b="1"/>
              <a:t>YOLO11</a:t>
            </a:r>
            <a:r>
              <a:rPr lang="zh-CN" altLang="en-US" b="1"/>
              <a:t>m + L - CBAM + 余弦退火</a:t>
            </a:r>
            <a:r>
              <a:rPr lang="zh-CN" altLang="en-US"/>
              <a:t>，在实验组1的基础上增加了余弦退火学习率调度策略。此策略有助于模型稳定收敛，避免陷入局部最优。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8"/>
            </p:custDataLst>
          </p:nvPr>
        </p:nvSpPr>
        <p:spPr>
          <a:xfrm>
            <a:off x="609600" y="5089525"/>
            <a:ext cx="4445000" cy="406400"/>
          </a:xfrm>
        </p:spPr>
        <p:txBody>
          <a:bodyPr>
            <a:normAutofit/>
          </a:bodyPr>
          <a:p>
            <a:r>
              <a:rPr lang="zh-CN" altLang="en-US"/>
              <a:t>实验组-3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9"/>
            </p:custDataLst>
          </p:nvPr>
        </p:nvSpPr>
        <p:spPr>
          <a:xfrm>
            <a:off x="610870" y="5528310"/>
            <a:ext cx="10972165" cy="887730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/>
              <a:t>实验组3为</a:t>
            </a:r>
            <a:r>
              <a:rPr lang="zh-CN" altLang="en-US" b="1"/>
              <a:t>YOLO11</a:t>
            </a:r>
            <a:r>
              <a:rPr lang="zh-CN" altLang="en-US" b="1"/>
              <a:t>m + L - CBAM + 余弦退火 + 分阶段增强</a:t>
            </a:r>
            <a:r>
              <a:rPr lang="zh-CN" altLang="en-US"/>
              <a:t>，在实验组2的基础上加入分阶段数据增强策略。不同阶段采用不同强度的增强方式，进一步优化模型性能。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评价指标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9600" y="1480185"/>
            <a:ext cx="1097280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平均精度均值（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mAP@0.5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：交并比（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IoU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）阈值设为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0.5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时，所有缺陷类别的平均精度（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）均值，是工业场景中衡量检测精度的核心指标（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IoU=0.5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符合人工质检的边界判定标准）。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mAP@0.5:0.95：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IoU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阈值从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0.5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0.95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0.05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为步长递增，计算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个阈值下的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均值，综合反映模型定位精度的鲁棒性。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召回率（Recall）：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正确检测的缺陷数占测试集真实缺陷总数的比例（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Recall=TP/(TP+FN)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），直接对应工业场景的漏检率（漏检率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1-Recall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），是优先级最高的指标。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精确率（Precision）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模型预测为缺陷的边界框中，真实缺陷的比例（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Precision=TP/(TP+FP)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），对应误检率，需在召回率与精确率间平衡。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模型复杂度：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以参数量（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Parameters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，单位：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）和十亿次浮点运算量（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GFLOPs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）衡量，反映模型的轻量化程度与端侧部署可行性。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实验结果与分析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消融实验结果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029700" y="1875155"/>
            <a:ext cx="2813685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304800" algn="l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该实验证明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轻量化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CBAM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、余弦退火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分层预热、分阶段数据增强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三个创新点均对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YOLO11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性能有显著贡献，叠加后形成协同效应，使模型在精度、稳定性、泛化能力上均优于原始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，验证了本研究创新的可行性与有效性。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55" y="1569720"/>
            <a:ext cx="8434705" cy="46742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可视化分析</a:t>
            </a:r>
            <a:endParaRPr lang="zh-CN" altLang="en-US"/>
          </a:p>
        </p:txBody>
      </p:sp>
      <p:pic>
        <p:nvPicPr>
          <p:cNvPr id="23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493838"/>
            <a:ext cx="5292090" cy="3529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055" y="1494155"/>
            <a:ext cx="5290820" cy="352996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文本框 24"/>
          <p:cNvSpPr txBox="1"/>
          <p:nvPr/>
        </p:nvSpPr>
        <p:spPr>
          <a:xfrm>
            <a:off x="837565" y="5509895"/>
            <a:ext cx="108616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改进前（左），改进后（右），改进后模型在保持高召回率的同时，精确率得到显著提升，对各类别目标</a:t>
            </a:r>
            <a:r>
              <a:rPr lang="zh-CN" altLang="en-US" b="1"/>
              <a:t>（尤其是小目标</a:t>
            </a:r>
            <a:r>
              <a:rPr lang="en-US" altLang="zh-CN" b="1"/>
              <a:t>/</a:t>
            </a:r>
            <a:r>
              <a:rPr lang="zh-CN" altLang="en-US" b="1"/>
              <a:t>难检测目标）的识别精度更优。</a:t>
            </a:r>
            <a:endParaRPr lang="zh-CN" altLang="en-US" b="1"/>
          </a:p>
        </p:txBody>
      </p:sp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可视化分析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27050" y="5430520"/>
            <a:ext cx="112312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改进前（左），改进后（右），改进后的模型在缺陷识别准确性和鲁棒性上均显著优化，有效</a:t>
            </a:r>
            <a:r>
              <a:rPr lang="zh-CN" altLang="en-US" b="1"/>
              <a:t>解决了原始模型小缺陷漏检、低对比度缺陷误判</a:t>
            </a:r>
            <a:r>
              <a:rPr lang="zh-CN" altLang="en-US"/>
              <a:t>等问题，验证了轻量化</a:t>
            </a:r>
            <a:r>
              <a:rPr lang="en-US" altLang="zh-CN"/>
              <a:t>CBAM</a:t>
            </a:r>
            <a:r>
              <a:rPr lang="zh-CN" altLang="en-US"/>
              <a:t>注意力机制、学习率策略与数据增强方案对提升钢板表面缺陷检测性能的有效性。</a:t>
            </a: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3" name="图片 1"/>
          <p:cNvPicPr>
            <a:picLocks noChangeAspect="1"/>
          </p:cNvPicPr>
          <p:nvPr/>
        </p:nvPicPr>
        <p:blipFill>
          <a:blip r:embed="rId2"/>
          <a:srcRect l="8422" r="11978" b="7585"/>
          <a:stretch>
            <a:fillRect/>
          </a:stretch>
        </p:blipFill>
        <p:spPr>
          <a:xfrm>
            <a:off x="790575" y="1270635"/>
            <a:ext cx="4719955" cy="411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2"/>
          <p:cNvPicPr>
            <a:picLocks noChangeAspect="1"/>
          </p:cNvPicPr>
          <p:nvPr/>
        </p:nvPicPr>
        <p:blipFill>
          <a:blip r:embed="rId3"/>
          <a:srcRect l="8322" r="12889" b="6631"/>
          <a:stretch>
            <a:fillRect/>
          </a:stretch>
        </p:blipFill>
        <p:spPr>
          <a:xfrm>
            <a:off x="6566535" y="1270635"/>
            <a:ext cx="4678045" cy="41598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可视化分析</a:t>
            </a:r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080375" y="2193925"/>
            <a:ext cx="3696335" cy="3250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/>
              <a:t>改进前（左），改进后（右），改进后缺陷边界框与实际轮廓的贴合度更优，缺陷类型的</a:t>
            </a:r>
            <a:r>
              <a:rPr lang="zh-CN" altLang="en-US" b="1"/>
              <a:t>覆盖更全面，</a:t>
            </a:r>
            <a:r>
              <a:rPr lang="zh-CN" altLang="en-US"/>
              <a:t>有效解决了原始模型对小尺寸、难检测</a:t>
            </a:r>
            <a:r>
              <a:rPr lang="zh-CN" altLang="en-US" b="1"/>
              <a:t>缺陷的漏检</a:t>
            </a:r>
            <a:r>
              <a:rPr lang="zh-CN" altLang="en-US"/>
              <a:t>问题，检测结果的</a:t>
            </a:r>
            <a:r>
              <a:rPr lang="zh-CN" altLang="en-US" b="1"/>
              <a:t>置信度、准确性与完整性均得到显著增强。</a:t>
            </a:r>
            <a:endParaRPr lang="zh-CN" altLang="en-US" b="1"/>
          </a:p>
        </p:txBody>
      </p:sp>
      <p:pic>
        <p:nvPicPr>
          <p:cNvPr id="16" name="图片 9"/>
          <p:cNvPicPr>
            <a:picLocks noChangeAspect="1"/>
          </p:cNvPicPr>
          <p:nvPr/>
        </p:nvPicPr>
        <p:blipFill>
          <a:blip r:embed="rId2"/>
          <a:srcRect l="25338"/>
          <a:stretch>
            <a:fillRect/>
          </a:stretch>
        </p:blipFill>
        <p:spPr>
          <a:xfrm>
            <a:off x="609600" y="1314450"/>
            <a:ext cx="3502660" cy="4691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8"/>
          <p:cNvPicPr>
            <a:picLocks noChangeAspect="1"/>
          </p:cNvPicPr>
          <p:nvPr/>
        </p:nvPicPr>
        <p:blipFill>
          <a:blip r:embed="rId3"/>
          <a:srcRect l="25383"/>
          <a:stretch>
            <a:fillRect/>
          </a:stretch>
        </p:blipFill>
        <p:spPr>
          <a:xfrm>
            <a:off x="4333240" y="1314450"/>
            <a:ext cx="3526155" cy="472567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06</a:t>
            </a:r>
            <a:endParaRPr lang="en-US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系统GUI展示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界面设计</a:t>
            </a:r>
            <a:endParaRPr lang="zh-CN" altLang="en-US"/>
          </a:p>
        </p:txBody>
      </p:sp>
      <p:pic>
        <p:nvPicPr>
          <p:cNvPr id="1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15" y="1583055"/>
            <a:ext cx="6247130" cy="369189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文本框 14"/>
          <p:cNvSpPr txBox="1"/>
          <p:nvPr/>
        </p:nvSpPr>
        <p:spPr>
          <a:xfrm>
            <a:off x="6681470" y="1305560"/>
            <a:ext cx="509270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主界面核心功能组件包括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检测控制区</a:t>
            </a:r>
            <a:r>
              <a:rPr lang="zh-CN" altLang="en-US"/>
              <a:t>（集成选择图片、开始检测、打开摄像头、停止检测、保存检测结果等核心操作按钮，以及置信度阈值调节控件）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图像显示区</a:t>
            </a:r>
            <a:r>
              <a:rPr lang="zh-CN" altLang="en-US"/>
              <a:t>（用于展示原始图片、检测后带标注的图片或摄像头实时画面）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检测结果列表区</a:t>
            </a:r>
            <a:r>
              <a:rPr lang="zh-CN" altLang="en-US"/>
              <a:t>（展示检测到的缺陷序号、类型、置信度和面积信息）</a:t>
            </a:r>
            <a:endParaRPr lang="zh-CN" altLang="en-US"/>
          </a:p>
          <a:p>
            <a:pPr>
              <a:lnSpc>
                <a:spcPct val="150000"/>
              </a:lnSpc>
            </a:pPr>
            <a:r>
              <a:rPr lang="zh-CN" altLang="en-US" b="1"/>
              <a:t>缺陷详情区</a:t>
            </a:r>
            <a:r>
              <a:rPr lang="zh-CN" altLang="en-US"/>
              <a:t>（点击列表项后显示详细信息）以及状态栏。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核心功能演示</a:t>
            </a:r>
            <a:endParaRPr lang="zh-CN" altLang="en-US"/>
          </a:p>
        </p:txBody>
      </p:sp>
      <p:pic>
        <p:nvPicPr>
          <p:cNvPr id="3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0" y="1640205"/>
            <a:ext cx="6510655" cy="387159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文本框 31"/>
          <p:cNvSpPr txBox="1"/>
          <p:nvPr/>
        </p:nvSpPr>
        <p:spPr>
          <a:xfrm>
            <a:off x="7222490" y="1680845"/>
            <a:ext cx="441896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/>
              <a:t>通过</a:t>
            </a:r>
            <a:r>
              <a:rPr lang="zh-CN" altLang="en-US" b="1"/>
              <a:t>设置不同的置信度</a:t>
            </a:r>
            <a:r>
              <a:rPr lang="zh-CN" altLang="en-US"/>
              <a:t>，系统检测出不同类别的</a:t>
            </a:r>
            <a:r>
              <a:rPr lang="zh-CN" altLang="en-US" b="1"/>
              <a:t>缺陷并描框</a:t>
            </a:r>
            <a:r>
              <a:rPr lang="zh-CN" altLang="en-US"/>
              <a:t>表示。点击任意缺陷项后，</a:t>
            </a:r>
            <a:r>
              <a:rPr lang="zh-CN" altLang="en-US" b="1"/>
              <a:t>缺陷详情</a:t>
            </a:r>
            <a:r>
              <a:rPr lang="zh-CN" altLang="en-US"/>
              <a:t>区将显示缺陷名称，缺陷描述和解决</a:t>
            </a:r>
            <a:r>
              <a:rPr lang="zh-CN" altLang="en-US"/>
              <a:t>缺陷方案。同时，详情区右侧将展示该缺陷的参考图片，便于用户直观对比识别。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核心功能演示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7222490" y="1680845"/>
            <a:ext cx="4418965" cy="3620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/>
              <a:t>同时，还可以选择打开摄像头进行</a:t>
            </a:r>
            <a:r>
              <a:rPr lang="zh-CN" altLang="en-US" b="1"/>
              <a:t>实时监测</a:t>
            </a:r>
            <a:r>
              <a:rPr lang="zh-CN" altLang="en-US"/>
              <a:t>，结果依旧显示在检测结果列表，并显示其缺陷检测的</a:t>
            </a:r>
            <a:r>
              <a:rPr lang="en-US" altLang="zh-CN"/>
              <a:t>conf</a:t>
            </a:r>
            <a:r>
              <a:rPr lang="zh-CN" altLang="en-US"/>
              <a:t>和</a:t>
            </a:r>
            <a:r>
              <a:rPr lang="en-US" altLang="zh-CN"/>
              <a:t>area</a:t>
            </a:r>
            <a:r>
              <a:rPr lang="zh-CN" altLang="en-US"/>
              <a:t>。</a:t>
            </a:r>
            <a:r>
              <a:rPr lang="zh-CN" altLang="en-US">
                <a:sym typeface="+mn-ea"/>
              </a:rPr>
              <a:t>点击任意缺陷项后，缺陷详情区将显示缺陷名称，缺陷描述和解决缺陷方案。</a:t>
            </a:r>
            <a:endParaRPr lang="zh-CN" altLang="en-US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/>
              <a:t>点击</a:t>
            </a:r>
            <a:r>
              <a:rPr lang="en-US" altLang="zh-CN"/>
              <a:t>"</a:t>
            </a:r>
            <a:r>
              <a:rPr lang="zh-CN" altLang="en-US"/>
              <a:t>停止检测</a:t>
            </a:r>
            <a:r>
              <a:rPr lang="en-US" altLang="zh-CN"/>
              <a:t>"</a:t>
            </a:r>
            <a:r>
              <a:rPr lang="zh-CN" altLang="en-US"/>
              <a:t>按钮可结束实时监测，摄像头资源将被自动释放，状态栏更新为</a:t>
            </a:r>
            <a:r>
              <a:rPr lang="en-US" altLang="zh-CN"/>
              <a:t>"</a:t>
            </a:r>
            <a:r>
              <a:rPr lang="zh-CN" altLang="en-US"/>
              <a:t>摄像头检测已停止</a:t>
            </a:r>
            <a:r>
              <a:rPr lang="en-US" altLang="zh-CN"/>
              <a:t>"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30" name="图片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680845"/>
            <a:ext cx="6795135" cy="372808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核心功能演示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7222490" y="1680845"/>
            <a:ext cx="4418965" cy="3620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/>
              <a:t>最后，将检测后的图片可以进行</a:t>
            </a:r>
            <a:r>
              <a:rPr lang="zh-CN" altLang="en-US" b="1"/>
              <a:t>保存</a:t>
            </a:r>
            <a:r>
              <a:rPr lang="zh-CN" altLang="en-US"/>
              <a:t>在文件中，以便后续</a:t>
            </a:r>
            <a:r>
              <a:rPr lang="zh-CN" altLang="en-US"/>
              <a:t>观察。</a:t>
            </a:r>
            <a:endParaRPr lang="zh-CN" altLang="en-US"/>
          </a:p>
        </p:txBody>
      </p:sp>
      <p:pic>
        <p:nvPicPr>
          <p:cNvPr id="33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77365"/>
            <a:ext cx="6208395" cy="34734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07</a:t>
            </a:r>
            <a:endParaRPr lang="en-US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总结与未来展望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研究总结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609600" y="1467485"/>
            <a:ext cx="10007600" cy="406400"/>
          </a:xfrm>
        </p:spPr>
        <p:txBody>
          <a:bodyPr>
            <a:normAutofit fontScale="80000"/>
          </a:bodyPr>
          <a:p>
            <a:r>
              <a:rPr lang="zh-CN" altLang="en-US"/>
              <a:t>提出L-CBAM增强YOLO11m模型，设计小样本适配训练策略，实现高精度+轻量化平衡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3"/>
            </p:custDataLst>
          </p:nvPr>
        </p:nvSpPr>
        <p:spPr>
          <a:xfrm>
            <a:off x="609600" y="2070100"/>
            <a:ext cx="10007600" cy="406400"/>
          </a:xfrm>
        </p:spPr>
        <p:txBody>
          <a:bodyPr>
            <a:normAutofit/>
          </a:bodyPr>
          <a:p>
            <a:r>
              <a:rPr lang="zh-CN" altLang="en-US" sz="1900"/>
              <a:t>mAP@0.5达90.3%，Precision达87.45%，参数量增加≤5%</a:t>
            </a:r>
            <a:endParaRPr lang="zh-CN" altLang="en-US" sz="190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4"/>
            </p:custDataLst>
          </p:nvPr>
        </p:nvSpPr>
        <p:spPr>
          <a:xfrm>
            <a:off x="609600" y="2597785"/>
            <a:ext cx="10007600" cy="406400"/>
          </a:xfrm>
        </p:spPr>
        <p:txBody>
          <a:bodyPr>
            <a:normAutofit/>
          </a:bodyPr>
          <a:p>
            <a:r>
              <a:rPr lang="zh-CN" altLang="en-US" sz="1900"/>
              <a:t>提供工业级自动化缺陷检测解决方案</a:t>
            </a:r>
            <a:endParaRPr lang="zh-CN" altLang="en-US" sz="1900"/>
          </a:p>
        </p:txBody>
      </p:sp>
      <p:sp>
        <p:nvSpPr>
          <p:cNvPr id="18" name="标题 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9600" y="3301365"/>
            <a:ext cx="10972800" cy="6096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rmAutofit/>
          </a:bodyPr>
          <a:lstStyle>
            <a:lvl1pPr marL="0" indent="0" algn="l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微软雅黑" panose="020B0503020204020204" charset="-122"/>
              </a:defRPr>
            </a:lvl1pPr>
          </a:lstStyle>
          <a:p>
            <a:r>
              <a:rPr lang="zh-CN" altLang="en-US"/>
              <a:t>未来展望</a:t>
            </a:r>
            <a:endParaRPr lang="zh-CN" altLang="en-US"/>
          </a:p>
        </p:txBody>
      </p:sp>
      <p:sp>
        <p:nvSpPr>
          <p:cNvPr id="19" name="文本占位符 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9600" y="4291965"/>
            <a:ext cx="25146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ctr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复杂场景适配</a:t>
            </a:r>
            <a:endParaRPr lang="zh-CN" altLang="en-US"/>
          </a:p>
        </p:txBody>
      </p:sp>
      <p:sp>
        <p:nvSpPr>
          <p:cNvPr id="20" name="文本占位符 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429000" y="4291965"/>
            <a:ext cx="25146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ctr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缺陷量化分析</a:t>
            </a:r>
            <a:endParaRPr lang="zh-CN" altLang="en-US"/>
          </a:p>
        </p:txBody>
      </p:sp>
      <p:sp>
        <p:nvSpPr>
          <p:cNvPr id="21" name="文本占位符 8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248400" y="4291965"/>
            <a:ext cx="25146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ctr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跨域小样本学习</a:t>
            </a:r>
            <a:endParaRPr lang="zh-CN" altLang="en-US"/>
          </a:p>
        </p:txBody>
      </p:sp>
      <p:sp>
        <p:nvSpPr>
          <p:cNvPr id="22" name="文本占位符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067800" y="4291965"/>
            <a:ext cx="25146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ctr" defTabSz="914400" rtl="0" eaLnBrk="1" fontAlgn="auto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硬件协同优化</a:t>
            </a:r>
            <a:endParaRPr lang="zh-CN" altLang="en-US"/>
          </a:p>
        </p:txBody>
      </p:sp>
      <p:sp>
        <p:nvSpPr>
          <p:cNvPr id="23" name="装饰  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76275" y="4884420"/>
            <a:ext cx="2514600" cy="1566545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4" name="文本占位符 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81075" y="5023485"/>
            <a:ext cx="1905000" cy="136207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未来将进一步优化模型，使其具备更强的抗反光、油污、运动模糊能力</a:t>
            </a:r>
            <a:endParaRPr lang="zh-CN" altLang="en-US"/>
          </a:p>
        </p:txBody>
      </p:sp>
      <p:sp>
        <p:nvSpPr>
          <p:cNvPr id="25" name="装饰  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3495675" y="4885690"/>
            <a:ext cx="2514600" cy="155956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3800475" y="5023485"/>
            <a:ext cx="1905000" cy="126047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后续会开展缺陷量化分析工作，实现对缺陷参数的测量与分级</a:t>
            </a:r>
            <a:endParaRPr lang="zh-CN" altLang="en-US"/>
          </a:p>
        </p:txBody>
      </p:sp>
      <p:sp>
        <p:nvSpPr>
          <p:cNvPr id="27" name="装饰  8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315075" y="4885055"/>
            <a:ext cx="2514600" cy="1560195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8" name="文本占位符 10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619875" y="5023485"/>
            <a:ext cx="1905000" cy="109156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结合域自适应、元学习等方法，提升模型的迁移能力</a:t>
            </a:r>
            <a:endParaRPr lang="zh-CN" altLang="en-US"/>
          </a:p>
        </p:txBody>
      </p:sp>
      <p:sp>
        <p:nvSpPr>
          <p:cNvPr id="29" name="装饰  1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134475" y="4884420"/>
            <a:ext cx="2514600" cy="1570355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0" name="文本占位符 13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439275" y="5023485"/>
            <a:ext cx="1905000" cy="1259205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lnSpcReduction="10000"/>
          </a:bodyPr>
          <a:lstStyle>
            <a:lvl1pPr marL="0" indent="0" algn="l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u="none" strike="noStrike" kern="1200" cap="none" spc="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进行模型压缩（量化、剪枝），并适配边缘设备（ARM/FPGA）部署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6300"/>
              <a:t>谢谢</a:t>
            </a:r>
            <a:endParaRPr lang="zh-CN" altLang="en-US" sz="63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5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11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12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</p:tagLst>
</file>

<file path=ppt/tags/tag13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14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15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</p:tagLst>
</file>

<file path=ppt/tags/tag16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</p:tagLst>
</file>

<file path=ppt/tags/tag17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</p:tagLst>
</file>

<file path=ppt/tags/tag18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2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</p:tagLst>
</file>

<file path=ppt/tags/tag29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</p:tagLst>
</file>

<file path=ppt/tags/tag30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</p:tagLst>
</file>

<file path=ppt/tags/tag31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</p:tagLst>
</file>

<file path=ppt/tags/tag32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</p:tagLst>
</file>

<file path=ppt/tags/tag33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</p:tagLst>
</file>

<file path=ppt/tags/tag34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</p:tagLst>
</file>

<file path=ppt/tags/tag3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</p:tagLst>
</file>

<file path=ppt/tags/tag36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</p:tagLst>
</file>

<file path=ppt/tags/tag43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44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45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</p:tagLst>
</file>

<file path=ppt/tags/tag46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</p:tagLst>
</file>

<file path=ppt/tags/tag47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</p:tagLst>
</file>

<file path=ppt/tags/tag48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5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94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95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</p:tagLst>
</file>

<file path=ppt/tags/tag96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</p:tagLst>
</file>

<file path=ppt/tags/tag97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10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3.0"/>
</p:tagLst>
</file>

<file path=ppt/tags/tag10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106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b*1"/>
  <p:tag name="KSO_WM_UNIT_LAYERLEVEL" val="1"/>
  <p:tag name="KSO_WM_TAG_VERSION" val="3.0"/>
</p:tagLst>
</file>

<file path=ppt/tags/tag11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be905392b5a776f7f7c2e40982592b5860f1fb6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a*1"/>
  <p:tag name="KSO_WM_UNIT_LAYERLEVEL" val="1"/>
  <p:tag name="KSO_WM_TAG_VERSION" val="3.0"/>
</p:tagLst>
</file>

<file path=ppt/tags/tag112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1"/>
  <p:tag name="KSO_WM_UNIT_LAYERLEVEL" val="1_1_1"/>
  <p:tag name="KSO_WM_TAG_VERSION" val="3.0"/>
</p:tagLst>
</file>

<file path=ppt/tags/tag11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2"/>
  <p:tag name="KSO_WM_UNIT_LAYERLEVEL" val="1_1_1"/>
  <p:tag name="KSO_WM_TAG_VERSION" val="3.0"/>
</p:tagLst>
</file>

<file path=ppt/tags/tag114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1_1"/>
  <p:tag name="KSO_WM_UNIT_LAYERLEVEL" val="1_1_1"/>
  <p:tag name="KSO_WM_TAG_VERSION" val="3.0"/>
</p:tagLst>
</file>

<file path=ppt/tags/tag115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1"/>
  <p:tag name="KSO_WM_UNIT_LAYERLEVEL" val="1_1_1"/>
  <p:tag name="KSO_WM_TAG_VERSION" val="3.0"/>
</p:tagLst>
</file>

<file path=ppt/tags/tag11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2"/>
  <p:tag name="KSO_WM_UNIT_LAYERLEVEL" val="1_1_1"/>
  <p:tag name="KSO_WM_TAG_VERSION" val="3.0"/>
</p:tagLst>
</file>

<file path=ppt/tags/tag117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2_1"/>
  <p:tag name="KSO_WM_UNIT_LAYERLEVEL" val="1_1_1"/>
  <p:tag name="KSO_WM_TAG_VERSION" val="3.0"/>
</p:tagLst>
</file>

<file path=ppt/tags/tag118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1"/>
  <p:tag name="KSO_WM_UNIT_LAYERLEVEL" val="1_1_1"/>
  <p:tag name="KSO_WM_TAG_VERSION" val="3.0"/>
</p:tagLst>
</file>

<file path=ppt/tags/tag11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2"/>
  <p:tag name="KSO_WM_UNIT_LAYERLEVEL" val="1_1_1"/>
  <p:tag name="KSO_WM_TAG_VERSION" val="3.0"/>
</p:tagLst>
</file>

<file path=ppt/tags/tag120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3_1"/>
  <p:tag name="KSO_WM_UNIT_LAYERLEVEL" val="1_1_1"/>
  <p:tag name="KSO_WM_TAG_VERSION" val="3.0"/>
</p:tagLst>
</file>

<file path=ppt/tags/tag121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1"/>
  <p:tag name="KSO_WM_UNIT_LAYERLEVEL" val="1_1_1"/>
  <p:tag name="KSO_WM_TAG_VERSION" val="3.0"/>
</p:tagLst>
</file>

<file path=ppt/tags/tag12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2"/>
  <p:tag name="KSO_WM_UNIT_LAYERLEVEL" val="1_1_1"/>
  <p:tag name="KSO_WM_TAG_VERSION" val="3.0"/>
</p:tagLst>
</file>

<file path=ppt/tags/tag123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4_1"/>
  <p:tag name="KSO_WM_UNIT_LAYERLEVEL" val="1_1_1"/>
  <p:tag name="KSO_WM_TAG_VERSION" val="3.0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6"/>
  <p:tag name="KSO_WM_TEMPLATE_MASTER_TYPE" val="0"/>
  <p:tag name="KSO_WM_TEMPLATE_COLOR_TYPE" val="0"/>
  <p:tag name="KSO_WM_BEAUTIFY_FLAG" val="#wm#"/>
</p:tagLst>
</file>

<file path=ppt/tags/tag13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7cba8f96648ba84e"/>
  <p:tag name="KSO_WM_AITEMPLATE_STYLE_ID" val="69796643749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6c840c17deb48a31d83729d062b66820adc7fc4"/>
  <p:tag name="KSO_WM_NEWLAYOUT_GROUP_ID" val="layout_10003"/>
  <p:tag name="KSO_WM_NEWLAYOUT_ID" val="slide_4e5d78b2efef294f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12984db5360ae16ca1920e6bfe2bafc16b88bf"/>
  <p:tag name="KSO_WM_NEWLAYOUT_GROUP_ID" val="layout_27"/>
  <p:tag name="KSO_WM_NEWLAYOUT_ID" val="slide_bbec08b93f7bcfad"/>
</p:tagLst>
</file>

<file path=ppt/tags/tag15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ae62c653122568c0ae04e9005b1ff7e62e8f20"/>
  <p:tag name="KSO_WM_NEWLAYOUT_GROUP_ID" val="layout_57"/>
  <p:tag name="KSO_WM_NEWLAYOUT_ID" val="slide_066502526bed56d0"/>
</p:tagLst>
</file>

<file path=ppt/tags/tag16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8722889b81bbd2ff6dfb6731166026989987b10"/>
  <p:tag name="KSO_WM_NEWLAYOUT_GROUP_ID" val="layout_60"/>
  <p:tag name="KSO_WM_NEWLAYOUT_ID" val="slide_2e2dbdde591b2dc4"/>
</p:tagLst>
</file>

<file path=ppt/tags/tag18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0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e27d24ae39053f0a29a980602ee92e4ced32a7d"/>
  <p:tag name="KSO_WM_NEWLAYOUT_GROUP_ID" val="layout_49"/>
  <p:tag name="KSO_WM_NEWLAYOUT_ID" val="slide_d900eb0a0622dae9"/>
</p:tagLst>
</file>

<file path=ppt/tags/tag19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34ec4345cfe33d1c33eb4839d7f36bc623a5d69"/>
  <p:tag name="KSO_WM_NEWLAYOUT_GROUP_ID" val="layout_35"/>
  <p:tag name="KSO_WM_NEWLAYOUT_ID" val="slide_90cdd96762bb354a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f2d6b1add6c8d0c25d2b880f078f4ca5dab529"/>
  <p:tag name="KSO_WM_NEWLAYOUT_GROUP_ID" val="layout_48"/>
  <p:tag name="KSO_WM_NEWLAYOUT_ID" val="slide_10d253ff511e52b1"/>
</p:tagLst>
</file>

<file path=ppt/tags/tag2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4f2c8eddd61607da95c57fd4488f6ff9292c9a2"/>
  <p:tag name="KSO_WM_NEWLAYOUT_GROUP_ID" val="layout_10007"/>
  <p:tag name="KSO_WM_NEWLAYOUT_ID" val="slide_e7c11081de56b2b2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d7354b805aee579fd84ebe367548d733ac2b1d"/>
  <p:tag name="KSO_WM_NEWLAYOUT_GROUP_ID" val="layout_3"/>
  <p:tag name="KSO_WM_NEWLAYOUT_ID" val="slide_d34ee385bdad3e3c"/>
</p:tagLst>
</file>

<file path=ppt/tags/tag24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48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1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52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56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60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7f498921e8b1dba2b1b3099bb776d2409bc5b92"/>
  <p:tag name="KSO_WM_NEWLAYOUT_GROUP_ID" val="layout_32"/>
  <p:tag name="KSO_WM_NEWLAYOUT_ID" val="slide_f95b87826d1fb558"/>
</p:tagLst>
</file>

<file path=ppt/tags/tag2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68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69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73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2"/>
  <p:tag name="KSO_WM_UNIT_TYPE" val="l_h_i"/>
</p:tagLst>
</file>

<file path=ppt/tags/tag274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78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2"/>
  <p:tag name="KSO_WM_UNIT_TYPE" val="l_h_i"/>
</p:tagLst>
</file>

<file path=ppt/tags/tag279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28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84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39c4e0d3ce57b96189d35c9094ffaebf036924"/>
  <p:tag name="KSO_WM_NEWLAYOUT_GROUP_ID" val="layout_59"/>
  <p:tag name="KSO_WM_NEWLAYOUT_ID" val="slide_a37e02253c1e1e31"/>
</p:tagLst>
</file>

<file path=ppt/tags/tag2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9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b2861bd7f56dce1e7eb6d7a98ecb53b0ae909f7"/>
  <p:tag name="KSO_WM_NEWLAYOUT_GROUP_ID" val="layout_27"/>
  <p:tag name="KSO_WM_NEWLAYOUT_ID" val="slide_32796d7565842e22"/>
</p:tagLst>
</file>

<file path=ppt/tags/tag30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28aa48ab578c1298d8adb782905834f3512914d"/>
  <p:tag name="KSO_WM_NEWLAYOUT_GROUP_ID" val="layout_10009"/>
  <p:tag name="KSO_WM_NEWLAYOUT_ID" val="slide_663634cc5316c693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8b0616374b012d21bf03f54362f8b21bb3f04a3"/>
  <p:tag name="KSO_WM_NEWLAYOUT_GROUP_ID" val="layout_6"/>
  <p:tag name="KSO_WM_NEWLAYOUT_ID" val="slide_db6ecc7827b66e6e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3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4ac7ac957e2c90c24b98e78cdb1bacc4e26a349"/>
  <p:tag name="KSO_WM_NEWLAYOUT_GROUP_ID" val="layout_42"/>
  <p:tag name="KSO_WM_NEWLAYOUT_ID" val="slide_d7c0be60fa345d37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4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5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5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0dbb96b2b7f36ffcb33bf331a0ac6cd9714f072"/>
  <p:tag name="KSO_WM_NEWLAYOUT_GROUP_ID" val="layout_61"/>
  <p:tag name="KSO_WM_NEWLAYOUT_ID" val="slide_8b49e3024818a5fe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61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7c17d0b75ee8fcd4c8a0bc9bafbda114608383"/>
  <p:tag name="KSO_WM_NEWLAYOUT_GROUP_ID" val="layout_34"/>
  <p:tag name="KSO_WM_NEWLAYOUT_ID" val="slide_18723710fcbe78b9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25fac10a99afc85ef920d9318882cc61972aca"/>
  <p:tag name="KSO_WM_NEWLAYOUT_GROUP_ID" val="layout_26"/>
  <p:tag name="KSO_WM_NEWLAYOUT_ID" val="slide_f6a8e2910f66020f"/>
</p:tagLst>
</file>

<file path=ppt/tags/tag3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e0a6a87e4c6561b63c50b0eb05d2140006885e0"/>
  <p:tag name="KSO_WM_NEWLAYOUT_GROUP_ID" val="layout_30"/>
  <p:tag name="KSO_WM_NEWLAYOUT_ID" val="slide_e6fc15e515dead05"/>
</p:tagLst>
</file>

<file path=ppt/tags/tag3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9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9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0135404a7ef0dd11ac7d31a7de01199417c5c6c"/>
  <p:tag name="KSO_WM_NEWLAYOUT_GROUP_ID" val="layout_10014"/>
  <p:tag name="KSO_WM_NEWLAYOUT_ID" val="slide_89f9a9d80b13df0c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aa674d3cce5dbcff1782f9bac02613fd2351429"/>
  <p:tag name="KSO_WM_NEWLAYOUT_GROUP_ID" val="layout_2"/>
  <p:tag name="KSO_WM_NEWLAYOUT_ID" val="slide_e31e52eea557da88"/>
</p:tagLst>
</file>

<file path=ppt/tags/tag4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1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cff1ca6c318bfc2b813fc238da367ef56411b87"/>
  <p:tag name="KSO_WM_NEWLAYOUT_GROUP_ID" val="layout_51"/>
  <p:tag name="KSO_WM_NEWLAYOUT_ID" val="slide_852d700e72c68e5e"/>
</p:tagLst>
</file>

<file path=ppt/tags/tag4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2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3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3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c995560632ebd41badd5a54d0db0be3ece7b2c14"/>
  <p:tag name="KSO_WM_NEWLAYOUT_GROUP_ID" val="layout_1-5"/>
  <p:tag name="KSO_WM_NEWLAYOUT_ID" val="slide_063b19861dc0a508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44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4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44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4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44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4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3126e4642f6c698c4f4e35a36e14766e277d9bdf"/>
  <p:tag name="KSO_WM_NEWLAYOUT_GROUP_ID" val="layout_1-5"/>
  <p:tag name="KSO_WM_NEWLAYOUT_ID" val="slide_61223ae7a7f7aefc"/>
</p:tagLst>
</file>

<file path=ppt/tags/tag4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45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46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4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46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46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4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4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4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475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6"/>
  <p:tag name="KSO_WM_TEMPLATE_MASTER_TYPE" val="0"/>
  <p:tag name="KSO_WM_TEMPLATE_COLOR_TYPE" val="0"/>
  <p:tag name="KSO_WM_BEAUTIFY_FLAG" val="#wm#"/>
</p:tagLst>
</file>

<file path=ppt/tags/tag47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7cba8f96648ba84e"/>
</p:tagLst>
</file>

<file path=ppt/tags/tag477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TEMPLATE_CATEGORY" val="custom"/>
  <p:tag name="KSO_WM_TEMPLATE_INDEX" val="40494636"/>
  <p:tag name="KSO_WM_UNIT_LAYERLEVEL" val="1"/>
  <p:tag name="KSO_WM_UNIT_ID" val="custom40494636_1*f*1"/>
  <p:tag name="KSO_WM_TAG_VERSION" val="3.0"/>
  <p:tag name="KSO_WM_UNIT_TEXT_LAYER_COUNT" val="1"/>
  <p:tag name="KSO_WM_UNIT_PRESET_TEXT" val="20XX YEAR 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</p:tagLst>
</file>

<file path=ppt/tags/tag478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1*a*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</p:tagLst>
</file>

<file path=ppt/tags/tag479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TEMPLATE_CATEGORY" val="custom"/>
  <p:tag name="KSO_WM_TEMPLATE_INDEX" val="40494636"/>
  <p:tag name="KSO_WM_UNIT_LAYERLEVEL" val="1"/>
  <p:tag name="KSO_WM_UNIT_ID" val="custom40494636_1*f*2"/>
  <p:tag name="KSO_WM_TAG_VERSION" val="3.0"/>
  <p:tag name="KSO_WM_UNIT_TEXT_LAYER_COUNT" val="1"/>
  <p:tag name="KSO_WM_UNIT_PRESET_TEXT" val="BY WPS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</p:tagLst>
</file>

<file path=ppt/tags/tag480.xml><?xml version="1.0" encoding="utf-8"?>
<p:tagLst xmlns:p="http://schemas.openxmlformats.org/presentationml/2006/main">
  <p:tag name="KSO_WM_FIGMA_LIMIT" val=""/>
  <p:tag name="KSO_WM_FIGMA_SLIDE_GROUP" val="1"/>
  <p:tag name="KSO_WM_SLIDE_TYPE" val="title"/>
  <p:tag name="KSO_WM_TEMPLATE_SUBCATEGORY" val="29"/>
  <p:tag name="KSO_WM_TAG_VERSION" val="3.0"/>
  <p:tag name="KSO_WM_TEMPLATE_CATEGORY" val="custom"/>
  <p:tag name="KSO_WM_TEMPLATE_INDEX" val="40494636"/>
  <p:tag name="KSO_WM_SLIDE_ID" val="custom40494636_1"/>
  <p:tag name="KSO_WM_TEMPLATE_MASTER_TYPE" val="0"/>
  <p:tag name="KSO_WM_TEMPLATE_COLOR_TYPE" val="0"/>
  <p:tag name="KSO_WM_SLIDE_ITEM_CNT" val="0"/>
  <p:tag name="KSO_WM_SLIDE_INDEX" val="1"/>
  <p:tag name="KSO_WM_BEAUTIFY_FLAG" val="#wm#"/>
  <p:tag name="KSO_WM_SLIDE_LAYOUT" val="a_f"/>
  <p:tag name="KSO_WM_SLIDE_LAYOUT_CNT" val="1_2"/>
</p:tagLst>
</file>

<file path=ppt/tags/tag4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4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3126e4642f6c698c4f4e35a36e14766e277d9bdf"/>
  <p:tag name="KSO_WM_NEWLAYOUT_GROUP_ID" val="layout_1-5"/>
  <p:tag name="KSO_WM_NEWLAYOUT_ID" val="slide_61223ae7a7f7aefc"/>
</p:tagLst>
</file>

<file path=ppt/tags/tag4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48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4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4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48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4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4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49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4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4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49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4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4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49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4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4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49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5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5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50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5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504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43749"/>
  <p:tag name="KSO_WM_TEMPLATE_SLIDE_ID" val="slide_61223ae7a7f7aefc"/>
</p:tagLst>
</file>

<file path=ppt/tags/tag505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506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507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5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cff1ca6c318bfc2b813fc238da367ef56411b87"/>
  <p:tag name="KSO_WM_NEWLAYOUT_GROUP_ID" val="layout_51"/>
  <p:tag name="KSO_WM_NEWLAYOUT_ID" val="slide_852d700e72c68e5e"/>
  <p:tag name="KSO_WM_UNIT_PRESET_TEXT" val="单击此处添加标题"/>
</p:tagLst>
</file>

<file path=ppt/tags/tag5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1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1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2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2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852d700e72c68e5e"/>
</p:tagLst>
</file>

<file path=ppt/tags/tag525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526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527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5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25fac10a99afc85ef920d9318882cc61972aca"/>
  <p:tag name="KSO_WM_NEWLAYOUT_GROUP_ID" val="layout_26"/>
  <p:tag name="KSO_WM_NEWLAYOUT_ID" val="slide_f6a8e2910f66020f"/>
  <p:tag name="KSO_WM_UNIT_PRESET_TEXT" val="单击此处添加标题"/>
</p:tagLst>
</file>

<file path=ppt/tags/tag5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3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f6a8e2910f66020f"/>
</p:tagLst>
</file>

<file path=ppt/tags/tag5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7c17d0b75ee8fcd4c8a0bc9bafbda114608383"/>
  <p:tag name="KSO_WM_NEWLAYOUT_GROUP_ID" val="layout_34"/>
  <p:tag name="KSO_WM_NEWLAYOUT_ID" val="slide_18723710fcbe78b9"/>
  <p:tag name="KSO_WM_UNIT_PRESET_TEXT" val="单击此处添加标题"/>
</p:tagLst>
</file>

<file path=ppt/tags/tag5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160326629&quot;,&quot;product_name&quot;:&quot;wps-wpp-pc&quot;,&quot;intention_code&quot;:&quot;wps_wpp_generate_outline_pay&quot;}*auto_gallery_ai_v2.2.0_ONLINE*1766543402238_d9bdff_b60956f6b416-slide-10"/>
</p:tagLst>
</file>

<file path=ppt/tags/tag5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411492285&quot;,&quot;product_name&quot;:&quot;wps-wpp-pc&quot;,&quot;intention_code&quot;:&quot;wps_wpp_generate_outline_pay&quot;}*auto_gallery_ai_v2.2.0_ONLINE*1766543402238_d9bdff_b60956f6b416-slide-10"/>
</p:tagLst>
</file>

<file path=ppt/tags/tag5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3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18723710fcbe78b9"/>
</p:tagLst>
</file>

<file path=ppt/tags/tag539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54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541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5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0dbb96b2b7f36ffcb33bf331a0ac6cd9714f072"/>
  <p:tag name="KSO_WM_NEWLAYOUT_GROUP_ID" val="layout_61"/>
  <p:tag name="KSO_WM_NEWLAYOUT_ID" val="slide_8b49e3024818a5fe"/>
  <p:tag name="KSO_WM_UNIT_PRESET_TEXT" val="单击此处添加标题"/>
</p:tagLst>
</file>

<file path=ppt/tags/tag5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8b49e3024818a5fe"/>
</p:tagLst>
</file>

<file path=ppt/tags/tag5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4ac7ac957e2c90c24b98e78cdb1bacc4e26a349"/>
  <p:tag name="KSO_WM_NEWLAYOUT_GROUP_ID" val="layout_42"/>
  <p:tag name="KSO_WM_NEWLAYOUT_ID" val="slide_d7c0be60fa345d37"/>
  <p:tag name="KSO_WM_UNIT_PRESET_TEXT" val="单击此处添加标题"/>
</p:tagLst>
</file>

<file path=ppt/tags/tag54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d7c0be60fa345d37"/>
</p:tagLst>
</file>

<file path=ppt/tags/tag5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8b0616374b012d21bf03f54362f8b21bb3f04a3"/>
  <p:tag name="KSO_WM_NEWLAYOUT_GROUP_ID" val="layout_6"/>
  <p:tag name="KSO_WM_NEWLAYOUT_ID" val="slide_db6ecc7827b66e6e"/>
  <p:tag name="KSO_WM_UNIT_PRESET_TEXT" val="单击此处添加标题"/>
</p:tagLst>
</file>

<file path=ppt/tags/tag54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5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5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5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db6ecc7827b66e6e"/>
</p:tagLst>
</file>

<file path=ppt/tags/tag5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28aa48ab578c1298d8adb782905834f3512914d"/>
  <p:tag name="KSO_WM_NEWLAYOUT_GROUP_ID" val="layout_10009"/>
  <p:tag name="KSO_WM_NEWLAYOUT_ID" val="slide_663634cc5316c693"/>
  <p:tag name="KSO_WM_UNIT_PRESET_TEXT" val="单击此处添加标题"/>
</p:tagLst>
</file>

<file path=ppt/tags/tag55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663634cc5316c693"/>
</p:tagLst>
</file>

<file path=ppt/tags/tag559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56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561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5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b2861bd7f56dce1e7eb6d7a98ecb53b0ae909f7"/>
  <p:tag name="KSO_WM_NEWLAYOUT_GROUP_ID" val="layout_27"/>
  <p:tag name="KSO_WM_NEWLAYOUT_ID" val="slide_32796d7565842e22"/>
  <p:tag name="KSO_WM_UNIT_PRESET_TEXT" val="单击此处添加标题"/>
</p:tagLst>
</file>

<file path=ppt/tags/tag56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5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5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6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5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7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5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7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5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  <p:tag name="KSO_WM_UNIT_PRESET_TEXT" val="04"/>
</p:tagLst>
</file>

<file path=ppt/tags/tag5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5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7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32796d7565842e22"/>
</p:tagLst>
</file>

<file path=ppt/tags/tag5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39c4e0d3ce57b96189d35c9094ffaebf036924"/>
  <p:tag name="KSO_WM_NEWLAYOUT_GROUP_ID" val="layout_59"/>
  <p:tag name="KSO_WM_NEWLAYOUT_ID" val="slide_a37e02253c1e1e31"/>
  <p:tag name="KSO_WM_UNIT_PRESET_TEXT" val="单击此处添加标题"/>
</p:tagLst>
</file>

<file path=ppt/tags/tag58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a37e02253c1e1e31"/>
</p:tagLst>
</file>

<file path=ppt/tags/tag5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7f498921e8b1dba2b1b3099bb776d2409bc5b92"/>
  <p:tag name="KSO_WM_NEWLAYOUT_GROUP_ID" val="layout_32"/>
  <p:tag name="KSO_WM_NEWLAYOUT_ID" val="slide_f95b87826d1fb558"/>
  <p:tag name="KSO_WM_UNIT_PRESET_TEXT" val="单击此处添加标题"/>
</p:tagLst>
</file>

<file path=ppt/tags/tag5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8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58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5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8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589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2"/>
  <p:tag name="KSO_WM_UNIT_TYPE" val="l_h_i"/>
  <p:tag name="KSO_WM_UNIT_PRESET_TEXT" val=" "/>
</p:tagLst>
</file>

<file path=ppt/tags/tag590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5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9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94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2"/>
  <p:tag name="KSO_WM_UNIT_TYPE" val="l_h_i"/>
  <p:tag name="KSO_WM_UNIT_PRESET_TEXT" val=" "/>
</p:tagLst>
</file>

<file path=ppt/tags/tag595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5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9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59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</p:tagLst>
</file>

<file path=ppt/tags/tag600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6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6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03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f95b87826d1fb558"/>
</p:tagLst>
</file>

<file path=ppt/tags/tag6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d7354b805aee579fd84ebe367548d733ac2b1d"/>
  <p:tag name="KSO_WM_NEWLAYOUT_GROUP_ID" val="layout_3"/>
  <p:tag name="KSO_WM_NEWLAYOUT_ID" val="slide_d34ee385bdad3e3c"/>
  <p:tag name="KSO_WM_UNIT_PRESET_TEXT" val="单击此处添加标题"/>
</p:tagLst>
</file>

<file path=ppt/tags/tag6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6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13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d34ee385bdad3e3c"/>
</p:tagLst>
</file>

<file path=ppt/tags/tag6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4f2c8eddd61607da95c57fd4488f6ff9292c9a2"/>
  <p:tag name="KSO_WM_NEWLAYOUT_GROUP_ID" val="layout_10007"/>
  <p:tag name="KSO_WM_NEWLAYOUT_ID" val="slide_e7c11081de56b2b2"/>
  <p:tag name="KSO_WM_UNIT_PRESET_TEXT" val="单击此处添加标题"/>
</p:tagLst>
</file>

<file path=ppt/tags/tag61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e7c11081de56b2b2"/>
</p:tagLst>
</file>

<file path=ppt/tags/tag616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617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618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6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f2d6b1add6c8d0c25d2b880f078f4ca5dab529"/>
  <p:tag name="KSO_WM_NEWLAYOUT_GROUP_ID" val="layout_48"/>
  <p:tag name="KSO_WM_NEWLAYOUT_ID" val="slide_10d253ff511e52b1"/>
  <p:tag name="KSO_WM_UNIT_PRESET_TEXT" val="单击此处添加标题"/>
</p:tagLst>
</file>

<file path=ppt/tags/tag62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10d253ff511e52b1"/>
</p:tagLst>
</file>

<file path=ppt/tags/tag6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34ec4345cfe33d1c33eb4839d7f36bc623a5d69"/>
  <p:tag name="KSO_WM_NEWLAYOUT_GROUP_ID" val="layout_35"/>
  <p:tag name="KSO_WM_NEWLAYOUT_ID" val="slide_90cdd96762bb354a"/>
  <p:tag name="KSO_WM_UNIT_PRESET_TEXT" val="单击此处添加标题"/>
</p:tagLst>
</file>

<file path=ppt/tags/tag622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90cdd96762bb354a"/>
</p:tagLst>
</file>

<file path=ppt/tags/tag6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34ec4345cfe33d1c33eb4839d7f36bc623a5d69"/>
  <p:tag name="KSO_WM_NEWLAYOUT_GROUP_ID" val="layout_35"/>
  <p:tag name="KSO_WM_NEWLAYOUT_ID" val="slide_90cdd96762bb354a"/>
  <p:tag name="KSO_WM_UNIT_PRESET_TEXT" val="单击此处添加标题"/>
</p:tagLst>
</file>

<file path=ppt/tags/tag624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90cdd96762bb354a"/>
</p:tagLst>
</file>

<file path=ppt/tags/tag6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34ec4345cfe33d1c33eb4839d7f36bc623a5d69"/>
  <p:tag name="KSO_WM_NEWLAYOUT_GROUP_ID" val="layout_35"/>
  <p:tag name="KSO_WM_NEWLAYOUT_ID" val="slide_90cdd96762bb354a"/>
  <p:tag name="KSO_WM_UNIT_PRESET_TEXT" val="单击此处添加标题"/>
</p:tagLst>
</file>

<file path=ppt/tags/tag626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90cdd96762bb354a"/>
</p:tagLst>
</file>

<file path=ppt/tags/tag627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628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629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6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8722889b81bbd2ff6dfb6731166026989987b10"/>
  <p:tag name="KSO_WM_NEWLAYOUT_GROUP_ID" val="layout_60"/>
  <p:tag name="KSO_WM_NEWLAYOUT_ID" val="slide_2e2dbdde591b2dc4"/>
  <p:tag name="KSO_WM_UNIT_PRESET_TEXT" val="单击此处添加标题"/>
</p:tagLst>
</file>

<file path=ppt/tags/tag6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3749"/>
  <p:tag name="KSO_WM_TEMPLATE_SLIDE_ID" val="slide_2e2dbdde591b2dc4"/>
</p:tagLst>
</file>

<file path=ppt/tags/tag6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ae62c653122568c0ae04e9005b1ff7e62e8f20"/>
  <p:tag name="KSO_WM_NEWLAYOUT_GROUP_ID" val="layout_57"/>
  <p:tag name="KSO_WM_NEWLAYOUT_ID" val="slide_066502526bed56d0"/>
  <p:tag name="KSO_WM_UNIT_PRESET_TEXT" val="单击此处添加标题"/>
</p:tagLst>
</file>

<file path=ppt/tags/tag633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066502526bed56d0"/>
</p:tagLst>
</file>

<file path=ppt/tags/tag6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ae62c653122568c0ae04e9005b1ff7e62e8f20"/>
  <p:tag name="KSO_WM_NEWLAYOUT_GROUP_ID" val="layout_57"/>
  <p:tag name="KSO_WM_NEWLAYOUT_ID" val="slide_066502526bed56d0"/>
  <p:tag name="KSO_WM_UNIT_PRESET_TEXT" val="单击此处添加标题"/>
</p:tagLst>
</file>

<file path=ppt/tags/tag635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066502526bed56d0"/>
</p:tagLst>
</file>

<file path=ppt/tags/tag6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fae62c653122568c0ae04e9005b1ff7e62e8f20"/>
  <p:tag name="KSO_WM_NEWLAYOUT_GROUP_ID" val="layout_57"/>
  <p:tag name="KSO_WM_NEWLAYOUT_ID" val="slide_066502526bed56d0"/>
  <p:tag name="KSO_WM_UNIT_PRESET_TEXT" val="单击此处添加标题"/>
</p:tagLst>
</file>

<file path=ppt/tags/tag637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066502526bed56d0"/>
</p:tagLst>
</file>

<file path=ppt/tags/tag638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639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640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6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c12984db5360ae16ca1920e6bfe2bafc16b88bf"/>
  <p:tag name="KSO_WM_NEWLAYOUT_GROUP_ID" val="layout_27"/>
  <p:tag name="KSO_WM_NEWLAYOUT_ID" val="slide_bbec08b93f7bcfad"/>
  <p:tag name="KSO_WM_UNIT_PRESET_TEXT" val="单击此处添加标题"/>
</p:tagLst>
</file>

<file path=ppt/tags/tag6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6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6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6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6c840c17deb48a31d83729d062b66820adc7fc4"/>
  <p:tag name="KSO_WM_NEWLAYOUT_GROUP_ID" val="layout_10003"/>
  <p:tag name="KSO_WM_NEWLAYOUT_ID" val="slide_4e5d78b2efef294f"/>
  <p:tag name="KSO_WM_UNIT_PRESET_TEXT" val="单击此处添加标题"/>
</p:tagLst>
</file>

<file path=ppt/tags/tag6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6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6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6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65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6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6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6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65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6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6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6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65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bbec08b93f7bcfad"/>
</p:tagLst>
</file>

<file path=ppt/tags/tag659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TEMPLATE_CATEGORY" val="custom"/>
  <p:tag name="KSO_WM_TEMPLATE_INDEX" val="40494636"/>
  <p:tag name="KSO_WM_UNIT_LAYERLEVEL" val="1"/>
  <p:tag name="KSO_WM_UNIT_ID" val="custom40494636_5*b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THE END"/>
</p:tagLst>
</file>

<file path=ppt/tags/tag66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5*a*1"/>
  <p:tag name="KSO_WM_TAG_VERSION" val="3.0"/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PRESET_TEXT" val="谢谢观看"/>
</p:tagLst>
</file>

<file path=ppt/tags/tag661.xml><?xml version="1.0" encoding="utf-8"?>
<p:tagLst xmlns:p="http://schemas.openxmlformats.org/presentationml/2006/main">
  <p:tag name="KSO_WM_FIGMA_LIMIT" val=""/>
  <p:tag name="KSO_WM_FIGMA_SLIDE_GROUP" val="1"/>
  <p:tag name="KSO_WM_SLIDE_TYPE" val="endPage"/>
  <p:tag name="KSO_WM_TEMPLATE_SUBCATEGORY" val="29"/>
  <p:tag name="KSO_WM_TAG_VERSION" val="3.0"/>
  <p:tag name="KSO_WM_TEMPLATE_CATEGORY" val="custom"/>
  <p:tag name="KSO_WM_TEMPLATE_INDEX" val="40494636"/>
  <p:tag name="KSO_WM_SLIDE_ID" val="custom40494636_5"/>
  <p:tag name="KSO_WM_TEMPLATE_MASTER_TYPE" val="0"/>
  <p:tag name="KSO_WM_TEMPLATE_COLOR_TYPE" val="0"/>
  <p:tag name="KSO_WM_SLIDE_ITEM_CNT" val="0"/>
  <p:tag name="KSO_WM_SLIDE_INDEX" val="5"/>
  <p:tag name="KSO_WM_BEAUTIFY_FLAG" val="#wm#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蓝色毕业答辩简约风主题">
  <a:themeElements>
    <a:clrScheme name="自定义 316">
      <a:dk1>
        <a:srgbClr val="000000"/>
      </a:dk1>
      <a:lt1>
        <a:srgbClr val="FFFFFF"/>
      </a:lt1>
      <a:dk2>
        <a:srgbClr val="333638"/>
      </a:dk2>
      <a:lt2>
        <a:srgbClr val="EFF1F4"/>
      </a:lt2>
      <a:accent1>
        <a:srgbClr val="0745AA"/>
      </a:accent1>
      <a:accent2>
        <a:srgbClr val="478DFF"/>
      </a:accent2>
      <a:accent3>
        <a:srgbClr val="1B55B3"/>
      </a:accent3>
      <a:accent4>
        <a:srgbClr val="69A9FF"/>
      </a:accent4>
      <a:accent5>
        <a:srgbClr val="356CC4"/>
      </a:accent5>
      <a:accent6>
        <a:srgbClr val="91C5FF"/>
      </a:accent6>
      <a:hlink>
        <a:srgbClr val="DDEBFF"/>
      </a:hlink>
      <a:folHlink>
        <a:srgbClr val="75ADFB"/>
      </a:folHlink>
    </a:clrScheme>
    <a:fontScheme name="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蓝色毕业答辩简约风主题">
  <a:themeElements>
    <a:clrScheme name="">
      <a:dk1>
        <a:srgbClr val="000000"/>
      </a:dk1>
      <a:lt1>
        <a:srgbClr val="FFFFFF"/>
      </a:lt1>
      <a:dk2>
        <a:srgbClr val="03204C"/>
      </a:dk2>
      <a:lt2>
        <a:srgbClr val="F2F3F5"/>
      </a:lt2>
      <a:accent1>
        <a:srgbClr val="0745AA"/>
      </a:accent1>
      <a:accent2>
        <a:srgbClr val="478DFF"/>
      </a:accent2>
      <a:accent3>
        <a:srgbClr val="1B55B3"/>
      </a:accent3>
      <a:accent4>
        <a:srgbClr val="88B4FB"/>
      </a:accent4>
      <a:accent5>
        <a:srgbClr val="356CC4"/>
      </a:accent5>
      <a:accent6>
        <a:srgbClr val="9EC0F9"/>
      </a:accent6>
      <a:hlink>
        <a:srgbClr val="DDEBFF"/>
      </a:hlink>
      <a:folHlink>
        <a:srgbClr val="75ADFB"/>
      </a:folHlink>
    </a:clrScheme>
    <a:fontScheme name="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3867</Words>
  <Application>WPS 演示</Application>
  <PresentationFormat>宽屏</PresentationFormat>
  <Paragraphs>362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Arial</vt:lpstr>
      <vt:lpstr>宋体</vt:lpstr>
      <vt:lpstr>Wingdings</vt:lpstr>
      <vt:lpstr>微软雅黑</vt:lpstr>
      <vt:lpstr>MiSans Demibold</vt:lpstr>
      <vt:lpstr>MiSans Medium</vt:lpstr>
      <vt:lpstr>MiSans Normal</vt:lpstr>
      <vt:lpstr>Wingdings</vt:lpstr>
      <vt:lpstr>Arial Unicode MS</vt:lpstr>
      <vt:lpstr>Calibri</vt:lpstr>
      <vt:lpstr>Office 主题</vt:lpstr>
      <vt:lpstr>1_蓝色毕业答辩简约风主题</vt:lpstr>
      <vt:lpstr>2_蓝色毕业答辩简约风主题</vt:lpstr>
      <vt:lpstr>基于轻量化注意力增强YOLOv11的钢板表面缺陷检测</vt:lpstr>
      <vt:lpstr>目录</vt:lpstr>
      <vt:lpstr>研究背景与意义</vt:lpstr>
      <vt:lpstr>行业需求</vt:lpstr>
      <vt:lpstr>相关技术基础</vt:lpstr>
      <vt:lpstr>基于深度学习的目标检测技术</vt:lpstr>
      <vt:lpstr>关键工具与框架</vt:lpstr>
      <vt:lpstr>模型设计与优化</vt:lpstr>
      <vt:lpstr>基础模型选择：YOLOv11m</vt:lpstr>
      <vt:lpstr>核心创新点1：L - CBAM注意力机制</vt:lpstr>
      <vt:lpstr>核心创新点2：适配小样本的训练策略</vt:lpstr>
      <vt:lpstr>核心创新点3：损失函数与超参数优化</vt:lpstr>
      <vt:lpstr>实验设计与数据集</vt:lpstr>
      <vt:lpstr>数据集介绍</vt:lpstr>
      <vt:lpstr>实验环境配置</vt:lpstr>
      <vt:lpstr>实验流程</vt:lpstr>
      <vt:lpstr>消融实验设计</vt:lpstr>
      <vt:lpstr>评价指标</vt:lpstr>
      <vt:lpstr>实验结果与分析</vt:lpstr>
      <vt:lpstr>消融实验结果</vt:lpstr>
      <vt:lpstr>可视化分析</vt:lpstr>
      <vt:lpstr>可视化分析</vt:lpstr>
      <vt:lpstr>可视化分析</vt:lpstr>
      <vt:lpstr>系统GUI展示</vt:lpstr>
      <vt:lpstr>界面设计</vt:lpstr>
      <vt:lpstr>核心功能演示</vt:lpstr>
      <vt:lpstr>核心功能演示</vt:lpstr>
      <vt:lpstr>核心功能演示</vt:lpstr>
      <vt:lpstr>总结与未来展望</vt:lpstr>
      <vt:lpstr>研究总结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基于轻量化注意力增强YOLOv11的钢板表面缺陷检测</dc:title>
  <dc:creator/>
  <cp:lastModifiedBy>令月壹拾壹.</cp:lastModifiedBy>
  <cp:revision>3</cp:revision>
  <dcterms:created xsi:type="dcterms:W3CDTF">2025-12-24T03:26:00Z</dcterms:created>
  <dcterms:modified xsi:type="dcterms:W3CDTF">2025-12-25T08:35:12Z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v1.0_ai_69796643749</vt:lpwstr>
  </property>
</Properties>
</file>